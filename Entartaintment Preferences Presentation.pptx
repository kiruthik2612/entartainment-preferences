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ppt/charts/chartEx2.xml" ContentType="application/vnd.ms-office.chartex+xml"/>
  <Override PartName="/ppt/charts/style5.xml" ContentType="application/vnd.ms-office.chartstyle+xml"/>
  <Override PartName="/ppt/charts/colors5.xml" ContentType="application/vnd.ms-office.chartcolorstyle+xml"/>
  <Override PartName="/ppt/charts/chartEx3.xml" ContentType="application/vnd.ms-office.chartex+xml"/>
  <Override PartName="/ppt/charts/style6.xml" ContentType="application/vnd.ms-office.chartstyle+xml"/>
  <Override PartName="/ppt/charts/colors6.xml" ContentType="application/vnd.ms-office.chartcolorstyle+xml"/>
  <Override PartName="/ppt/charts/chart4.xml" ContentType="application/vnd.openxmlformats-officedocument.drawingml.chart+xml"/>
  <Override PartName="/ppt/charts/style7.xml" ContentType="application/vnd.ms-office.chartstyle+xml"/>
  <Override PartName="/ppt/charts/colors7.xml" ContentType="application/vnd.ms-office.chartcolorstyle+xml"/>
  <Override PartName="/ppt/charts/chart5.xml" ContentType="application/vnd.openxmlformats-officedocument.drawingml.chart+xml"/>
  <Override PartName="/ppt/charts/style8.xml" ContentType="application/vnd.ms-office.chartstyle+xml"/>
  <Override PartName="/ppt/charts/colors8.xml" ContentType="application/vnd.ms-office.chartcolorstyle+xml"/>
  <Override PartName="/ppt/charts/chart6.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8" r:id="rId2"/>
    <p:sldId id="256" r:id="rId3"/>
    <p:sldId id="257" r:id="rId4"/>
    <p:sldId id="259" r:id="rId5"/>
    <p:sldId id="260" r:id="rId6"/>
    <p:sldId id="261" r:id="rId7"/>
    <p:sldId id="262" r:id="rId8"/>
    <p:sldId id="264" r:id="rId9"/>
    <p:sldId id="263" r:id="rId10"/>
    <p:sldId id="266" r:id="rId11"/>
    <p:sldId id="265" r:id="rId12"/>
    <p:sldId id="267" r:id="rId13"/>
    <p:sldId id="272" r:id="rId14"/>
    <p:sldId id="271" r:id="rId15"/>
    <p:sldId id="274" r:id="rId16"/>
    <p:sldId id="268" r:id="rId17"/>
    <p:sldId id="269" r:id="rId18"/>
    <p:sldId id="270"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0"/>
  </p:normalViewPr>
  <p:slideViewPr>
    <p:cSldViewPr snapToGrid="0">
      <p:cViewPr varScale="1">
        <p:scale>
          <a:sx n="64" d="100"/>
          <a:sy n="64" d="100"/>
        </p:scale>
        <p:origin x="10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AppData\Local\Microsoft\Windows\INetCache\IE\WYXISX17\Excel%20project%202%5b1%5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AppData\Local\Microsoft\Windows\INetCache\IE\WYXISX17\Excel%20project%202%5b1%5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AppData\Local\Microsoft\Windows\INetCache\IE\WYXISX17\Excel%20project%202%5b1%5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db91f9826a4c5a3a/Desktop/EXEL%20PROJECT/Exel%20project%20final.xlsx" TargetMode="External"/><Relationship Id="rId2" Type="http://schemas.microsoft.com/office/2011/relationships/chartColorStyle" Target="colors7.xml"/><Relationship Id="rId1" Type="http://schemas.microsoft.com/office/2011/relationships/chartStyle" Target="style7.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db91f9826a4c5a3a/Desktop/EXEL%20PROJECT/Exel%20project%20final.xlsx" TargetMode="External"/><Relationship Id="rId2" Type="http://schemas.microsoft.com/office/2011/relationships/chartColorStyle" Target="colors8.xml"/><Relationship Id="rId1" Type="http://schemas.microsoft.com/office/2011/relationships/chartStyle" Target="style8.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db91f9826a4c5a3a/Desktop/EXEL%20PROJECT/Exel%20project%20final.xlsx" TargetMode="External"/><Relationship Id="rId2" Type="http://schemas.microsoft.com/office/2011/relationships/chartColorStyle" Target="colors9.xml"/><Relationship Id="rId1" Type="http://schemas.microsoft.com/office/2011/relationships/chartStyle" Target="style9.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HP\AppData\Local\Microsoft\Windows\INetCache\IE\WYXISX17\Excel%20project%202%5b1%5d.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HP\AppData\Local\Microsoft\Windows\INetCache\IE\WYXISX17\Excel%20project%202%5b1%5d.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HP\AppData\Local\Microsoft\Windows\INetCache\IE\WYXISX17\Excel%20project%202%5b1%5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project 2(1).xlsx]Sheet1!PivotTable4</c:name>
    <c:fmtId val="7"/>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Sheet1!$B$4</c:f>
              <c:strCache>
                <c:ptCount val="1"/>
                <c:pt idx="0">
                  <c:v> Streaming_Hours_per_Week</c:v>
                </c:pt>
              </c:strCache>
            </c:strRef>
          </c:tx>
          <c:spPr>
            <a:solidFill>
              <a:schemeClr val="accent1"/>
            </a:solidFill>
            <a:ln>
              <a:noFill/>
            </a:ln>
            <a:effectLst/>
          </c:spPr>
          <c:invertIfNegative val="0"/>
          <c:cat>
            <c:strRef>
              <c:f>Sheet1!$A$5:$A$9</c:f>
              <c:strCache>
                <c:ptCount val="4"/>
                <c:pt idx="0">
                  <c:v>10-19</c:v>
                </c:pt>
                <c:pt idx="1">
                  <c:v>20-29</c:v>
                </c:pt>
                <c:pt idx="2">
                  <c:v>30-39</c:v>
                </c:pt>
                <c:pt idx="3">
                  <c:v>40-50</c:v>
                </c:pt>
              </c:strCache>
            </c:strRef>
          </c:cat>
          <c:val>
            <c:numRef>
              <c:f>Sheet1!$B$5:$B$9</c:f>
              <c:numCache>
                <c:formatCode>General</c:formatCode>
                <c:ptCount val="4"/>
                <c:pt idx="0">
                  <c:v>21.75</c:v>
                </c:pt>
                <c:pt idx="1">
                  <c:v>18.128205128205128</c:v>
                </c:pt>
                <c:pt idx="2">
                  <c:v>16.272727272727273</c:v>
                </c:pt>
                <c:pt idx="3">
                  <c:v>18.277108433734941</c:v>
                </c:pt>
              </c:numCache>
            </c:numRef>
          </c:val>
          <c:extLst>
            <c:ext xmlns:c16="http://schemas.microsoft.com/office/drawing/2014/chart" uri="{C3380CC4-5D6E-409C-BE32-E72D297353CC}">
              <c16:uniqueId val="{00000000-D800-4BA9-8F19-FB8D093E59E2}"/>
            </c:ext>
          </c:extLst>
        </c:ser>
        <c:ser>
          <c:idx val="1"/>
          <c:order val="1"/>
          <c:tx>
            <c:strRef>
              <c:f>Sheet1!$C$4</c:f>
              <c:strCache>
                <c:ptCount val="1"/>
                <c:pt idx="0">
                  <c:v> Monthly_Entertainment_Spend</c:v>
                </c:pt>
              </c:strCache>
            </c:strRef>
          </c:tx>
          <c:spPr>
            <a:solidFill>
              <a:schemeClr val="accent2"/>
            </a:solidFill>
            <a:ln>
              <a:noFill/>
            </a:ln>
            <a:effectLst/>
          </c:spPr>
          <c:invertIfNegative val="0"/>
          <c:cat>
            <c:strRef>
              <c:f>Sheet1!$A$5:$A$9</c:f>
              <c:strCache>
                <c:ptCount val="4"/>
                <c:pt idx="0">
                  <c:v>10-19</c:v>
                </c:pt>
                <c:pt idx="1">
                  <c:v>20-29</c:v>
                </c:pt>
                <c:pt idx="2">
                  <c:v>30-39</c:v>
                </c:pt>
                <c:pt idx="3">
                  <c:v>40-50</c:v>
                </c:pt>
              </c:strCache>
            </c:strRef>
          </c:cat>
          <c:val>
            <c:numRef>
              <c:f>Sheet1!$C$5:$C$9</c:f>
              <c:numCache>
                <c:formatCode>General</c:formatCode>
                <c:ptCount val="4"/>
                <c:pt idx="0">
                  <c:v>1638.3333333333333</c:v>
                </c:pt>
                <c:pt idx="1">
                  <c:v>1584.3589743589744</c:v>
                </c:pt>
                <c:pt idx="2">
                  <c:v>1640.6493506493507</c:v>
                </c:pt>
                <c:pt idx="3">
                  <c:v>1778.2771084337348</c:v>
                </c:pt>
              </c:numCache>
            </c:numRef>
          </c:val>
          <c:extLst>
            <c:ext xmlns:c16="http://schemas.microsoft.com/office/drawing/2014/chart" uri="{C3380CC4-5D6E-409C-BE32-E72D297353CC}">
              <c16:uniqueId val="{00000001-D800-4BA9-8F19-FB8D093E59E2}"/>
            </c:ext>
          </c:extLst>
        </c:ser>
        <c:ser>
          <c:idx val="2"/>
          <c:order val="2"/>
          <c:tx>
            <c:strRef>
              <c:f>Sheet1!$D$4</c:f>
              <c:strCache>
                <c:ptCount val="1"/>
                <c:pt idx="0">
                  <c:v> Event_Attendance_per_Year</c:v>
                </c:pt>
              </c:strCache>
            </c:strRef>
          </c:tx>
          <c:spPr>
            <a:solidFill>
              <a:schemeClr val="accent3"/>
            </a:solidFill>
            <a:ln>
              <a:noFill/>
            </a:ln>
            <a:effectLst/>
          </c:spPr>
          <c:invertIfNegative val="0"/>
          <c:cat>
            <c:strRef>
              <c:f>Sheet1!$A$5:$A$9</c:f>
              <c:strCache>
                <c:ptCount val="4"/>
                <c:pt idx="0">
                  <c:v>10-19</c:v>
                </c:pt>
                <c:pt idx="1">
                  <c:v>20-29</c:v>
                </c:pt>
                <c:pt idx="2">
                  <c:v>30-39</c:v>
                </c:pt>
                <c:pt idx="3">
                  <c:v>40-50</c:v>
                </c:pt>
              </c:strCache>
            </c:strRef>
          </c:cat>
          <c:val>
            <c:numRef>
              <c:f>Sheet1!$D$5:$D$9</c:f>
              <c:numCache>
                <c:formatCode>General</c:formatCode>
                <c:ptCount val="4"/>
                <c:pt idx="0">
                  <c:v>3.5833333333333335</c:v>
                </c:pt>
                <c:pt idx="1">
                  <c:v>5.4871794871794872</c:v>
                </c:pt>
                <c:pt idx="2">
                  <c:v>4.3896103896103895</c:v>
                </c:pt>
                <c:pt idx="3">
                  <c:v>5.6746987951807233</c:v>
                </c:pt>
              </c:numCache>
            </c:numRef>
          </c:val>
          <c:extLst>
            <c:ext xmlns:c16="http://schemas.microsoft.com/office/drawing/2014/chart" uri="{C3380CC4-5D6E-409C-BE32-E72D297353CC}">
              <c16:uniqueId val="{00000002-D800-4BA9-8F19-FB8D093E59E2}"/>
            </c:ext>
          </c:extLst>
        </c:ser>
        <c:dLbls>
          <c:showLegendKey val="0"/>
          <c:showVal val="0"/>
          <c:showCatName val="0"/>
          <c:showSerName val="0"/>
          <c:showPercent val="0"/>
          <c:showBubbleSize val="0"/>
        </c:dLbls>
        <c:gapWidth val="182"/>
        <c:axId val="1989590719"/>
        <c:axId val="1989589279"/>
      </c:barChart>
      <c:catAx>
        <c:axId val="1989590719"/>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9589279"/>
        <c:crosses val="autoZero"/>
        <c:auto val="1"/>
        <c:lblAlgn val="ctr"/>
        <c:lblOffset val="100"/>
        <c:noMultiLvlLbl val="0"/>
      </c:catAx>
      <c:valAx>
        <c:axId val="19895892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95907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project 2(1).xlsx]Sheet1!PivotTable11</c:name>
    <c:fmtId val="7"/>
  </c:pivotSource>
  <c:chart>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Sheet1!$B$17:$B$18</c:f>
              <c:strCache>
                <c:ptCount val="1"/>
                <c:pt idx="0">
                  <c:v>Female</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Sheet1!$A$19:$A$27</c:f>
              <c:strCache>
                <c:ptCount val="8"/>
                <c:pt idx="0">
                  <c:v>Action</c:v>
                </c:pt>
                <c:pt idx="1">
                  <c:v>Comedy</c:v>
                </c:pt>
                <c:pt idx="2">
                  <c:v>Drama</c:v>
                </c:pt>
                <c:pt idx="3">
                  <c:v>Fantasy</c:v>
                </c:pt>
                <c:pt idx="4">
                  <c:v>Horror</c:v>
                </c:pt>
                <c:pt idx="5">
                  <c:v>Romance</c:v>
                </c:pt>
                <c:pt idx="6">
                  <c:v>Sci-Fi</c:v>
                </c:pt>
                <c:pt idx="7">
                  <c:v>Thriller</c:v>
                </c:pt>
              </c:strCache>
            </c:strRef>
          </c:cat>
          <c:val>
            <c:numRef>
              <c:f>Sheet1!$B$19:$B$27</c:f>
              <c:numCache>
                <c:formatCode>General</c:formatCode>
                <c:ptCount val="8"/>
                <c:pt idx="0">
                  <c:v>15</c:v>
                </c:pt>
                <c:pt idx="1">
                  <c:v>12</c:v>
                </c:pt>
                <c:pt idx="2">
                  <c:v>17</c:v>
                </c:pt>
                <c:pt idx="3">
                  <c:v>19</c:v>
                </c:pt>
                <c:pt idx="4">
                  <c:v>21</c:v>
                </c:pt>
                <c:pt idx="5">
                  <c:v>17</c:v>
                </c:pt>
                <c:pt idx="6">
                  <c:v>14</c:v>
                </c:pt>
                <c:pt idx="7">
                  <c:v>15</c:v>
                </c:pt>
              </c:numCache>
            </c:numRef>
          </c:val>
          <c:extLst>
            <c:ext xmlns:c16="http://schemas.microsoft.com/office/drawing/2014/chart" uri="{C3380CC4-5D6E-409C-BE32-E72D297353CC}">
              <c16:uniqueId val="{00000000-1EF4-447F-8D02-96EB097B320A}"/>
            </c:ext>
          </c:extLst>
        </c:ser>
        <c:ser>
          <c:idx val="1"/>
          <c:order val="1"/>
          <c:tx>
            <c:strRef>
              <c:f>Sheet1!$C$17:$C$18</c:f>
              <c:strCache>
                <c:ptCount val="1"/>
                <c:pt idx="0">
                  <c:v>Male</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Sheet1!$A$19:$A$27</c:f>
              <c:strCache>
                <c:ptCount val="8"/>
                <c:pt idx="0">
                  <c:v>Action</c:v>
                </c:pt>
                <c:pt idx="1">
                  <c:v>Comedy</c:v>
                </c:pt>
                <c:pt idx="2">
                  <c:v>Drama</c:v>
                </c:pt>
                <c:pt idx="3">
                  <c:v>Fantasy</c:v>
                </c:pt>
                <c:pt idx="4">
                  <c:v>Horror</c:v>
                </c:pt>
                <c:pt idx="5">
                  <c:v>Romance</c:v>
                </c:pt>
                <c:pt idx="6">
                  <c:v>Sci-Fi</c:v>
                </c:pt>
                <c:pt idx="7">
                  <c:v>Thriller</c:v>
                </c:pt>
              </c:strCache>
            </c:strRef>
          </c:cat>
          <c:val>
            <c:numRef>
              <c:f>Sheet1!$C$19:$C$27</c:f>
              <c:numCache>
                <c:formatCode>General</c:formatCode>
                <c:ptCount val="8"/>
                <c:pt idx="0">
                  <c:v>12</c:v>
                </c:pt>
                <c:pt idx="1">
                  <c:v>17</c:v>
                </c:pt>
                <c:pt idx="2">
                  <c:v>14</c:v>
                </c:pt>
                <c:pt idx="3">
                  <c:v>21</c:v>
                </c:pt>
                <c:pt idx="4">
                  <c:v>12</c:v>
                </c:pt>
                <c:pt idx="5">
                  <c:v>20</c:v>
                </c:pt>
                <c:pt idx="6">
                  <c:v>11</c:v>
                </c:pt>
                <c:pt idx="7">
                  <c:v>13</c:v>
                </c:pt>
              </c:numCache>
            </c:numRef>
          </c:val>
          <c:extLst>
            <c:ext xmlns:c16="http://schemas.microsoft.com/office/drawing/2014/chart" uri="{C3380CC4-5D6E-409C-BE32-E72D297353CC}">
              <c16:uniqueId val="{00000001-1EF4-447F-8D02-96EB097B320A}"/>
            </c:ext>
          </c:extLst>
        </c:ser>
        <c:dLbls>
          <c:dLblPos val="ctr"/>
          <c:showLegendKey val="0"/>
          <c:showVal val="1"/>
          <c:showCatName val="0"/>
          <c:showSerName val="0"/>
          <c:showPercent val="0"/>
          <c:showBubbleSize val="0"/>
        </c:dLbls>
        <c:gapWidth val="150"/>
        <c:overlap val="100"/>
        <c:axId val="1426701935"/>
        <c:axId val="1426700975"/>
      </c:barChart>
      <c:catAx>
        <c:axId val="1426701935"/>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426700975"/>
        <c:crosses val="autoZero"/>
        <c:auto val="1"/>
        <c:lblAlgn val="ctr"/>
        <c:lblOffset val="100"/>
        <c:noMultiLvlLbl val="0"/>
      </c:catAx>
      <c:valAx>
        <c:axId val="1426700975"/>
        <c:scaling>
          <c:orientation val="minMax"/>
        </c:scaling>
        <c:delete val="1"/>
        <c:axPos val="l"/>
        <c:numFmt formatCode="0%" sourceLinked="1"/>
        <c:majorTickMark val="none"/>
        <c:minorTickMark val="none"/>
        <c:tickLblPos val="nextTo"/>
        <c:crossAx val="1426701935"/>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project 2(1).xlsx]Sheet1!PivotTable14</c:name>
    <c:fmtId val="13"/>
  </c:pivotSource>
  <c:chart>
    <c:autoTitleDeleted val="1"/>
    <c:pivotFmts>
      <c:pivotFmt>
        <c:idx val="0"/>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Sheet1!$B$128</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Sheet1!$A$129:$A$133</c:f>
              <c:strCache>
                <c:ptCount val="4"/>
                <c:pt idx="0">
                  <c:v>10-19</c:v>
                </c:pt>
                <c:pt idx="1">
                  <c:v>20-29</c:v>
                </c:pt>
                <c:pt idx="2">
                  <c:v>30-39</c:v>
                </c:pt>
                <c:pt idx="3">
                  <c:v>40-50</c:v>
                </c:pt>
              </c:strCache>
            </c:strRef>
          </c:cat>
          <c:val>
            <c:numRef>
              <c:f>Sheet1!$B$129:$B$133</c:f>
              <c:numCache>
                <c:formatCode>General</c:formatCode>
                <c:ptCount val="4"/>
                <c:pt idx="0">
                  <c:v>1638.3333333333333</c:v>
                </c:pt>
                <c:pt idx="1">
                  <c:v>1584.3589743589744</c:v>
                </c:pt>
                <c:pt idx="2">
                  <c:v>1640.6493506493507</c:v>
                </c:pt>
                <c:pt idx="3">
                  <c:v>1778.2771084337348</c:v>
                </c:pt>
              </c:numCache>
            </c:numRef>
          </c:val>
          <c:extLst>
            <c:ext xmlns:c16="http://schemas.microsoft.com/office/drawing/2014/chart" uri="{C3380CC4-5D6E-409C-BE32-E72D297353CC}">
              <c16:uniqueId val="{00000000-3673-4708-9E1A-7EDEC82BE6CE}"/>
            </c:ext>
          </c:extLst>
        </c:ser>
        <c:dLbls>
          <c:dLblPos val="inEnd"/>
          <c:showLegendKey val="0"/>
          <c:showVal val="1"/>
          <c:showCatName val="0"/>
          <c:showSerName val="0"/>
          <c:showPercent val="0"/>
          <c:showBubbleSize val="0"/>
        </c:dLbls>
        <c:gapWidth val="65"/>
        <c:axId val="526612927"/>
        <c:axId val="526596607"/>
      </c:barChart>
      <c:catAx>
        <c:axId val="526612927"/>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526596607"/>
        <c:crosses val="autoZero"/>
        <c:auto val="1"/>
        <c:lblAlgn val="ctr"/>
        <c:lblOffset val="100"/>
        <c:noMultiLvlLbl val="0"/>
      </c:catAx>
      <c:valAx>
        <c:axId val="526596607"/>
        <c:scaling>
          <c:orientation val="minMax"/>
        </c:scaling>
        <c:delete val="1"/>
        <c:axPos val="l"/>
        <c:numFmt formatCode="General" sourceLinked="1"/>
        <c:majorTickMark val="none"/>
        <c:minorTickMark val="none"/>
        <c:tickLblPos val="nextTo"/>
        <c:crossAx val="526612927"/>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baseline="0">
                <a:solidFill>
                  <a:schemeClr val="dk1">
                    <a:lumMod val="75000"/>
                    <a:lumOff val="25000"/>
                  </a:schemeClr>
                </a:solidFill>
                <a:latin typeface="+mn-lt"/>
                <a:ea typeface="+mn-ea"/>
                <a:cs typeface="+mn-cs"/>
              </a:defRPr>
            </a:pPr>
            <a:r>
              <a:rPr lang="en-US" sz="2800"/>
              <a:t>Count of Preferred_Platform</a:t>
            </a:r>
          </a:p>
        </c:rich>
      </c:tx>
      <c:overlay val="0"/>
      <c:spPr>
        <a:noFill/>
        <a:ln>
          <a:noFill/>
        </a:ln>
        <a:effectLst/>
      </c:spPr>
      <c:txPr>
        <a:bodyPr rot="0" spcFirstLastPara="1" vertOverflow="ellipsis" vert="horz" wrap="square" anchor="ctr" anchorCtr="1"/>
        <a:lstStyle/>
        <a:p>
          <a:pPr>
            <a:defRPr sz="24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doughnutChart>
        <c:varyColors val="1"/>
        <c:ser>
          <c:idx val="0"/>
          <c:order val="0"/>
          <c:tx>
            <c:strRef>
              <c:f>Sheet1!$B$198</c:f>
              <c:strCache>
                <c:ptCount val="1"/>
                <c:pt idx="0">
                  <c:v>Count of Preferred_Platform</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3E36-4649-AC9E-E273B105DEF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3E36-4649-AC9E-E273B105DEF0}"/>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3E36-4649-AC9E-E273B105DEF0}"/>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3E36-4649-AC9E-E273B105DEF0}"/>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3E36-4649-AC9E-E273B105DEF0}"/>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3E36-4649-AC9E-E273B105DEF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20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Sheet1!$A$199:$A$204</c:f>
              <c:strCache>
                <c:ptCount val="6"/>
                <c:pt idx="0">
                  <c:v>Amazon Prime</c:v>
                </c:pt>
                <c:pt idx="1">
                  <c:v>Disney+</c:v>
                </c:pt>
                <c:pt idx="2">
                  <c:v>Hotstar</c:v>
                </c:pt>
                <c:pt idx="3">
                  <c:v>Netflix</c:v>
                </c:pt>
                <c:pt idx="4">
                  <c:v>Sony Liv</c:v>
                </c:pt>
                <c:pt idx="5">
                  <c:v>Zee5</c:v>
                </c:pt>
              </c:strCache>
            </c:strRef>
          </c:cat>
          <c:val>
            <c:numRef>
              <c:f>Sheet1!$B$199:$B$204</c:f>
              <c:numCache>
                <c:formatCode>General</c:formatCode>
                <c:ptCount val="6"/>
                <c:pt idx="0">
                  <c:v>34</c:v>
                </c:pt>
                <c:pt idx="1">
                  <c:v>46</c:v>
                </c:pt>
                <c:pt idx="2">
                  <c:v>49</c:v>
                </c:pt>
                <c:pt idx="3">
                  <c:v>29</c:v>
                </c:pt>
                <c:pt idx="4">
                  <c:v>45</c:v>
                </c:pt>
                <c:pt idx="5">
                  <c:v>47</c:v>
                </c:pt>
              </c:numCache>
            </c:numRef>
          </c:val>
          <c:extLst>
            <c:ext xmlns:c16="http://schemas.microsoft.com/office/drawing/2014/chart" uri="{C3380CC4-5D6E-409C-BE32-E72D297353CC}">
              <c16:uniqueId val="{0000000C-3E36-4649-AC9E-E273B105DEF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20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20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[Exel project final.xlsx]Sheet1!PivotTable17</c:name>
    <c:fmtId val="16"/>
  </c:pivotSource>
  <c:chart>
    <c:autoTitleDeleted val="1"/>
    <c:pivotFmts>
      <c:pivotFmt>
        <c:idx val="0"/>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2"/>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3"/>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4"/>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5"/>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7"/>
        <c:spPr>
          <a:solidFill>
            <a:schemeClr val="accent1"/>
          </a:solidFill>
          <a:ln>
            <a:noFill/>
          </a:ln>
          <a:effectLst>
            <a:outerShdw blurRad="254000" sx="102000" sy="102000" algn="ctr" rotWithShape="0">
              <a:prstClr val="black">
                <a:alpha val="20000"/>
              </a:prstClr>
            </a:outerShdw>
          </a:effectLst>
        </c:spPr>
      </c:pivotFmt>
      <c:pivotFmt>
        <c:idx val="8"/>
        <c:spPr>
          <a:solidFill>
            <a:schemeClr val="accent1"/>
          </a:solidFill>
          <a:ln>
            <a:noFill/>
          </a:ln>
          <a:effectLst>
            <a:outerShdw blurRad="254000" sx="102000" sy="102000" algn="ctr" rotWithShape="0">
              <a:prstClr val="black">
                <a:alpha val="20000"/>
              </a:prstClr>
            </a:outerShdw>
          </a:effectLst>
        </c:spPr>
      </c:pivotFmt>
      <c:pivotFmt>
        <c:idx val="9"/>
        <c:spPr>
          <a:solidFill>
            <a:schemeClr val="accent1"/>
          </a:solidFill>
          <a:ln>
            <a:noFill/>
          </a:ln>
          <a:effectLst>
            <a:outerShdw blurRad="254000" sx="102000" sy="102000" algn="ctr" rotWithShape="0">
              <a:prstClr val="black">
                <a:alpha val="20000"/>
              </a:prstClr>
            </a:outerShdw>
          </a:effectLst>
        </c:spPr>
      </c:pivotFmt>
      <c:pivotFmt>
        <c:idx val="10"/>
        <c:spPr>
          <a:solidFill>
            <a:schemeClr val="accent1"/>
          </a:solidFill>
          <a:ln>
            <a:noFill/>
          </a:ln>
          <a:effectLst>
            <a:outerShdw blurRad="254000" sx="102000" sy="102000" algn="ctr" rotWithShape="0">
              <a:prstClr val="black">
                <a:alpha val="20000"/>
              </a:prstClr>
            </a:outerShdw>
          </a:effectLst>
        </c:spPr>
      </c:pivotFmt>
      <c:pivotFmt>
        <c:idx val="1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2"/>
        <c:spPr>
          <a:solidFill>
            <a:schemeClr val="accent1"/>
          </a:solidFill>
          <a:ln>
            <a:noFill/>
          </a:ln>
          <a:effectLst>
            <a:outerShdw blurRad="254000" sx="102000" sy="102000" algn="ctr" rotWithShape="0">
              <a:prstClr val="black">
                <a:alpha val="20000"/>
              </a:prstClr>
            </a:outerShdw>
          </a:effectLst>
        </c:spPr>
      </c:pivotFmt>
      <c:pivotFmt>
        <c:idx val="13"/>
        <c:spPr>
          <a:solidFill>
            <a:schemeClr val="accent1"/>
          </a:solidFill>
          <a:ln>
            <a:noFill/>
          </a:ln>
          <a:effectLst>
            <a:outerShdw blurRad="254000" sx="102000" sy="102000" algn="ctr" rotWithShape="0">
              <a:prstClr val="black">
                <a:alpha val="20000"/>
              </a:prstClr>
            </a:outerShdw>
          </a:effectLst>
        </c:spPr>
      </c:pivotFmt>
      <c:pivotFmt>
        <c:idx val="14"/>
        <c:spPr>
          <a:solidFill>
            <a:schemeClr val="accent1"/>
          </a:solidFill>
          <a:ln>
            <a:noFill/>
          </a:ln>
          <a:effectLst>
            <a:outerShdw blurRad="254000" sx="102000" sy="102000" algn="ctr" rotWithShape="0">
              <a:prstClr val="black">
                <a:alpha val="20000"/>
              </a:prstClr>
            </a:outerShdw>
          </a:effectLst>
        </c:spPr>
      </c:pivotFmt>
      <c:pivotFmt>
        <c:idx val="15"/>
        <c:spPr>
          <a:solidFill>
            <a:schemeClr val="accent1"/>
          </a:solidFill>
          <a:ln>
            <a:noFill/>
          </a:ln>
          <a:effectLst>
            <a:outerShdw blurRad="254000" sx="102000" sy="102000" algn="ctr" rotWithShape="0">
              <a:prstClr val="black">
                <a:alpha val="20000"/>
              </a:prstClr>
            </a:outerShdw>
          </a:effectLst>
        </c:spPr>
      </c:pivotFmt>
      <c:pivotFmt>
        <c:idx val="1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7"/>
        <c:spPr>
          <a:solidFill>
            <a:schemeClr val="accent1"/>
          </a:solidFill>
          <a:ln>
            <a:noFill/>
          </a:ln>
          <a:effectLst>
            <a:outerShdw blurRad="254000" sx="102000" sy="102000" algn="ctr" rotWithShape="0">
              <a:prstClr val="black">
                <a:alpha val="20000"/>
              </a:prstClr>
            </a:outerShdw>
          </a:effectLst>
        </c:spPr>
      </c:pivotFmt>
      <c:pivotFmt>
        <c:idx val="18"/>
        <c:spPr>
          <a:solidFill>
            <a:schemeClr val="accent1"/>
          </a:solidFill>
          <a:ln>
            <a:noFill/>
          </a:ln>
          <a:effectLst>
            <a:outerShdw blurRad="254000" sx="102000" sy="102000" algn="ctr" rotWithShape="0">
              <a:prstClr val="black">
                <a:alpha val="20000"/>
              </a:prstClr>
            </a:outerShdw>
          </a:effectLst>
        </c:spPr>
      </c:pivotFmt>
      <c:pivotFmt>
        <c:idx val="19"/>
        <c:spPr>
          <a:solidFill>
            <a:schemeClr val="accent1"/>
          </a:solidFill>
          <a:ln>
            <a:noFill/>
          </a:ln>
          <a:effectLst>
            <a:outerShdw blurRad="254000" sx="102000" sy="102000" algn="ctr" rotWithShape="0">
              <a:prstClr val="black">
                <a:alpha val="20000"/>
              </a:prstClr>
            </a:outerShdw>
          </a:effectLst>
        </c:spPr>
      </c:pivotFmt>
      <c:pivotFmt>
        <c:idx val="20"/>
        <c:spPr>
          <a:solidFill>
            <a:schemeClr val="accent1"/>
          </a:solidFill>
          <a:ln>
            <a:noFill/>
          </a:ln>
          <a:effectLst>
            <a:outerShdw blurRad="254000" sx="102000" sy="102000" algn="ctr" rotWithShape="0">
              <a:prstClr val="black">
                <a:alpha val="20000"/>
              </a:prstClr>
            </a:outerShdw>
          </a:effectLst>
        </c:spPr>
      </c:pivotFmt>
      <c:pivotFmt>
        <c:idx val="2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22"/>
        <c:spPr>
          <a:solidFill>
            <a:schemeClr val="accent1"/>
          </a:solidFill>
          <a:ln>
            <a:noFill/>
          </a:ln>
          <a:effectLst>
            <a:outerShdw blurRad="254000" sx="102000" sy="102000" algn="ctr" rotWithShape="0">
              <a:prstClr val="black">
                <a:alpha val="20000"/>
              </a:prstClr>
            </a:outerShdw>
          </a:effectLst>
        </c:spPr>
      </c:pivotFmt>
      <c:pivotFmt>
        <c:idx val="23"/>
        <c:spPr>
          <a:solidFill>
            <a:schemeClr val="accent1"/>
          </a:solidFill>
          <a:ln>
            <a:noFill/>
          </a:ln>
          <a:effectLst>
            <a:outerShdw blurRad="254000" sx="102000" sy="102000" algn="ctr" rotWithShape="0">
              <a:prstClr val="black">
                <a:alpha val="20000"/>
              </a:prstClr>
            </a:outerShdw>
          </a:effectLst>
        </c:spPr>
      </c:pivotFmt>
      <c:pivotFmt>
        <c:idx val="24"/>
        <c:spPr>
          <a:solidFill>
            <a:schemeClr val="accent1"/>
          </a:solidFill>
          <a:ln>
            <a:noFill/>
          </a:ln>
          <a:effectLst>
            <a:outerShdw blurRad="254000" sx="102000" sy="102000" algn="ctr" rotWithShape="0">
              <a:prstClr val="black">
                <a:alpha val="20000"/>
              </a:prstClr>
            </a:outerShdw>
          </a:effectLst>
        </c:spPr>
      </c:pivotFmt>
      <c:pivotFmt>
        <c:idx val="25"/>
        <c:spPr>
          <a:solidFill>
            <a:schemeClr val="accent1"/>
          </a:solidFill>
          <a:ln>
            <a:noFill/>
          </a:ln>
          <a:effectLst>
            <a:outerShdw blurRad="254000" sx="102000" sy="102000" algn="ctr" rotWithShape="0">
              <a:prstClr val="black">
                <a:alpha val="20000"/>
              </a:prstClr>
            </a:outerShdw>
          </a:effectLst>
        </c:spPr>
      </c:pivotFmt>
      <c:pivotFmt>
        <c:idx val="2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27"/>
        <c:spPr>
          <a:solidFill>
            <a:schemeClr val="accent1"/>
          </a:solidFill>
          <a:ln>
            <a:noFill/>
          </a:ln>
          <a:effectLst>
            <a:outerShdw blurRad="254000" sx="102000" sy="102000" algn="ctr" rotWithShape="0">
              <a:prstClr val="black">
                <a:alpha val="20000"/>
              </a:prstClr>
            </a:outerShdw>
          </a:effectLst>
        </c:spPr>
      </c:pivotFmt>
      <c:pivotFmt>
        <c:idx val="28"/>
        <c:spPr>
          <a:solidFill>
            <a:schemeClr val="accent1"/>
          </a:solidFill>
          <a:ln>
            <a:noFill/>
          </a:ln>
          <a:effectLst>
            <a:outerShdw blurRad="254000" sx="102000" sy="102000" algn="ctr" rotWithShape="0">
              <a:prstClr val="black">
                <a:alpha val="20000"/>
              </a:prstClr>
            </a:outerShdw>
          </a:effectLst>
        </c:spPr>
      </c:pivotFmt>
      <c:pivotFmt>
        <c:idx val="29"/>
        <c:spPr>
          <a:solidFill>
            <a:schemeClr val="accent1"/>
          </a:solidFill>
          <a:ln>
            <a:noFill/>
          </a:ln>
          <a:effectLst>
            <a:outerShdw blurRad="254000" sx="102000" sy="102000" algn="ctr" rotWithShape="0">
              <a:prstClr val="black">
                <a:alpha val="20000"/>
              </a:prstClr>
            </a:outerShdw>
          </a:effectLst>
        </c:spPr>
      </c:pivotFmt>
      <c:pivotFmt>
        <c:idx val="30"/>
        <c:spPr>
          <a:solidFill>
            <a:schemeClr val="accent1"/>
          </a:solidFill>
          <a:ln>
            <a:noFill/>
          </a:ln>
          <a:effectLst>
            <a:outerShdw blurRad="254000" sx="102000" sy="102000" algn="ctr" rotWithShape="0">
              <a:prstClr val="black">
                <a:alpha val="20000"/>
              </a:prstClr>
            </a:outerShdw>
          </a:effectLst>
        </c:spPr>
      </c:pivotFmt>
      <c:pivotFmt>
        <c:idx val="3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32"/>
        <c:spPr>
          <a:solidFill>
            <a:schemeClr val="accent1"/>
          </a:solidFill>
          <a:ln>
            <a:noFill/>
          </a:ln>
          <a:effectLst>
            <a:outerShdw blurRad="254000" sx="102000" sy="102000" algn="ctr" rotWithShape="0">
              <a:prstClr val="black">
                <a:alpha val="20000"/>
              </a:prstClr>
            </a:outerShdw>
          </a:effectLst>
        </c:spPr>
      </c:pivotFmt>
      <c:pivotFmt>
        <c:idx val="33"/>
        <c:spPr>
          <a:solidFill>
            <a:schemeClr val="accent1"/>
          </a:solidFill>
          <a:ln>
            <a:noFill/>
          </a:ln>
          <a:effectLst>
            <a:outerShdw blurRad="254000" sx="102000" sy="102000" algn="ctr" rotWithShape="0">
              <a:prstClr val="black">
                <a:alpha val="20000"/>
              </a:prstClr>
            </a:outerShdw>
          </a:effectLst>
        </c:spPr>
      </c:pivotFmt>
      <c:pivotFmt>
        <c:idx val="34"/>
        <c:spPr>
          <a:solidFill>
            <a:schemeClr val="accent1"/>
          </a:solidFill>
          <a:ln>
            <a:noFill/>
          </a:ln>
          <a:effectLst>
            <a:outerShdw blurRad="254000" sx="102000" sy="102000" algn="ctr" rotWithShape="0">
              <a:prstClr val="black">
                <a:alpha val="20000"/>
              </a:prstClr>
            </a:outerShdw>
          </a:effectLst>
        </c:spPr>
      </c:pivotFmt>
      <c:pivotFmt>
        <c:idx val="35"/>
        <c:spPr>
          <a:solidFill>
            <a:schemeClr val="accent1"/>
          </a:solidFill>
          <a:ln>
            <a:noFill/>
          </a:ln>
          <a:effectLst>
            <a:outerShdw blurRad="254000" sx="102000" sy="102000" algn="ctr" rotWithShape="0">
              <a:prstClr val="black">
                <a:alpha val="20000"/>
              </a:prstClr>
            </a:outerShdw>
          </a:effectLst>
        </c:spPr>
      </c:pivotFmt>
      <c:pivotFmt>
        <c:idx val="3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37"/>
        <c:spPr>
          <a:solidFill>
            <a:schemeClr val="accent1"/>
          </a:solidFill>
          <a:ln>
            <a:noFill/>
          </a:ln>
          <a:effectLst>
            <a:outerShdw blurRad="254000" sx="102000" sy="102000" algn="ctr" rotWithShape="0">
              <a:prstClr val="black">
                <a:alpha val="20000"/>
              </a:prstClr>
            </a:outerShdw>
          </a:effectLst>
        </c:spPr>
      </c:pivotFmt>
      <c:pivotFmt>
        <c:idx val="38"/>
        <c:spPr>
          <a:solidFill>
            <a:schemeClr val="accent1"/>
          </a:solidFill>
          <a:ln>
            <a:noFill/>
          </a:ln>
          <a:effectLst>
            <a:outerShdw blurRad="254000" sx="102000" sy="102000" algn="ctr" rotWithShape="0">
              <a:prstClr val="black">
                <a:alpha val="20000"/>
              </a:prstClr>
            </a:outerShdw>
          </a:effectLst>
        </c:spPr>
      </c:pivotFmt>
      <c:pivotFmt>
        <c:idx val="39"/>
        <c:spPr>
          <a:solidFill>
            <a:schemeClr val="accent1"/>
          </a:solidFill>
          <a:ln>
            <a:noFill/>
          </a:ln>
          <a:effectLst>
            <a:outerShdw blurRad="254000" sx="102000" sy="102000" algn="ctr" rotWithShape="0">
              <a:prstClr val="black">
                <a:alpha val="20000"/>
              </a:prstClr>
            </a:outerShdw>
          </a:effectLst>
        </c:spPr>
      </c:pivotFmt>
      <c:pivotFmt>
        <c:idx val="40"/>
        <c:spPr>
          <a:solidFill>
            <a:schemeClr val="accent1"/>
          </a:solidFill>
          <a:ln>
            <a:noFill/>
          </a:ln>
          <a:effectLst>
            <a:outerShdw blurRad="254000" sx="102000" sy="102000" algn="ctr" rotWithShape="0">
              <a:prstClr val="black">
                <a:alpha val="20000"/>
              </a:prstClr>
            </a:outerShdw>
          </a:effectLst>
        </c:spPr>
      </c:pivotFmt>
      <c:pivotFmt>
        <c:idx val="4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42"/>
        <c:spPr>
          <a:solidFill>
            <a:schemeClr val="accent1"/>
          </a:solidFill>
          <a:ln>
            <a:noFill/>
          </a:ln>
          <a:effectLst>
            <a:outerShdw blurRad="254000" sx="102000" sy="102000" algn="ctr" rotWithShape="0">
              <a:prstClr val="black">
                <a:alpha val="20000"/>
              </a:prstClr>
            </a:outerShdw>
          </a:effectLst>
        </c:spPr>
      </c:pivotFmt>
      <c:pivotFmt>
        <c:idx val="43"/>
        <c:spPr>
          <a:solidFill>
            <a:schemeClr val="accent1"/>
          </a:solidFill>
          <a:ln>
            <a:noFill/>
          </a:ln>
          <a:effectLst>
            <a:outerShdw blurRad="254000" sx="102000" sy="102000" algn="ctr" rotWithShape="0">
              <a:prstClr val="black">
                <a:alpha val="20000"/>
              </a:prstClr>
            </a:outerShdw>
          </a:effectLst>
        </c:spPr>
      </c:pivotFmt>
      <c:pivotFmt>
        <c:idx val="44"/>
        <c:spPr>
          <a:solidFill>
            <a:schemeClr val="accent1"/>
          </a:solidFill>
          <a:ln>
            <a:noFill/>
          </a:ln>
          <a:effectLst>
            <a:outerShdw blurRad="254000" sx="102000" sy="102000" algn="ctr" rotWithShape="0">
              <a:prstClr val="black">
                <a:alpha val="20000"/>
              </a:prstClr>
            </a:outerShdw>
          </a:effectLst>
        </c:spPr>
      </c:pivotFmt>
      <c:pivotFmt>
        <c:idx val="45"/>
        <c:spPr>
          <a:solidFill>
            <a:schemeClr val="accent1"/>
          </a:solidFill>
          <a:ln>
            <a:noFill/>
          </a:ln>
          <a:effectLst>
            <a:outerShdw blurRad="254000" sx="102000" sy="102000" algn="ctr" rotWithShape="0">
              <a:prstClr val="black">
                <a:alpha val="20000"/>
              </a:prstClr>
            </a:outerShdw>
          </a:effectLst>
        </c:spPr>
      </c:pivotFmt>
      <c:pivotFmt>
        <c:idx val="4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47"/>
        <c:spPr>
          <a:solidFill>
            <a:schemeClr val="accent1"/>
          </a:solidFill>
          <a:ln>
            <a:noFill/>
          </a:ln>
          <a:effectLst>
            <a:outerShdw blurRad="254000" sx="102000" sy="102000" algn="ctr" rotWithShape="0">
              <a:prstClr val="black">
                <a:alpha val="20000"/>
              </a:prstClr>
            </a:outerShdw>
          </a:effectLst>
        </c:spPr>
      </c:pivotFmt>
      <c:pivotFmt>
        <c:idx val="48"/>
        <c:spPr>
          <a:solidFill>
            <a:schemeClr val="accent1"/>
          </a:solidFill>
          <a:ln>
            <a:noFill/>
          </a:ln>
          <a:effectLst>
            <a:outerShdw blurRad="254000" sx="102000" sy="102000" algn="ctr" rotWithShape="0">
              <a:prstClr val="black">
                <a:alpha val="20000"/>
              </a:prstClr>
            </a:outerShdw>
          </a:effectLst>
        </c:spPr>
      </c:pivotFmt>
      <c:pivotFmt>
        <c:idx val="49"/>
        <c:spPr>
          <a:solidFill>
            <a:schemeClr val="accent1"/>
          </a:solidFill>
          <a:ln>
            <a:noFill/>
          </a:ln>
          <a:effectLst>
            <a:outerShdw blurRad="254000" sx="102000" sy="102000" algn="ctr" rotWithShape="0">
              <a:prstClr val="black">
                <a:alpha val="20000"/>
              </a:prstClr>
            </a:outerShdw>
          </a:effectLst>
        </c:spPr>
      </c:pivotFmt>
      <c:pivotFmt>
        <c:idx val="50"/>
        <c:spPr>
          <a:solidFill>
            <a:schemeClr val="accent1"/>
          </a:solidFill>
          <a:ln>
            <a:noFill/>
          </a:ln>
          <a:effectLst>
            <a:outerShdw blurRad="254000" sx="102000" sy="102000" algn="ctr" rotWithShape="0">
              <a:prstClr val="black">
                <a:alpha val="20000"/>
              </a:prstClr>
            </a:outerShdw>
          </a:effectLst>
        </c:spPr>
      </c:pivotFmt>
      <c:pivotFmt>
        <c:idx val="5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52"/>
        <c:spPr>
          <a:solidFill>
            <a:schemeClr val="accent1"/>
          </a:solidFill>
          <a:ln>
            <a:noFill/>
          </a:ln>
          <a:effectLst>
            <a:outerShdw blurRad="254000" sx="102000" sy="102000" algn="ctr" rotWithShape="0">
              <a:prstClr val="black">
                <a:alpha val="20000"/>
              </a:prstClr>
            </a:outerShdw>
          </a:effectLst>
        </c:spPr>
      </c:pivotFmt>
      <c:pivotFmt>
        <c:idx val="53"/>
        <c:spPr>
          <a:solidFill>
            <a:schemeClr val="accent1"/>
          </a:solidFill>
          <a:ln>
            <a:noFill/>
          </a:ln>
          <a:effectLst>
            <a:outerShdw blurRad="254000" sx="102000" sy="102000" algn="ctr" rotWithShape="0">
              <a:prstClr val="black">
                <a:alpha val="20000"/>
              </a:prstClr>
            </a:outerShdw>
          </a:effectLst>
        </c:spPr>
      </c:pivotFmt>
      <c:pivotFmt>
        <c:idx val="54"/>
        <c:spPr>
          <a:solidFill>
            <a:schemeClr val="accent1"/>
          </a:solidFill>
          <a:ln>
            <a:noFill/>
          </a:ln>
          <a:effectLst>
            <a:outerShdw blurRad="254000" sx="102000" sy="102000" algn="ctr" rotWithShape="0">
              <a:prstClr val="black">
                <a:alpha val="20000"/>
              </a:prstClr>
            </a:outerShdw>
          </a:effectLst>
        </c:spPr>
      </c:pivotFmt>
      <c:pivotFmt>
        <c:idx val="55"/>
        <c:spPr>
          <a:solidFill>
            <a:schemeClr val="accent1"/>
          </a:solidFill>
          <a:ln>
            <a:noFill/>
          </a:ln>
          <a:effectLst>
            <a:outerShdw blurRad="254000" sx="102000" sy="102000" algn="ctr" rotWithShape="0">
              <a:prstClr val="black">
                <a:alpha val="20000"/>
              </a:prstClr>
            </a:outerShdw>
          </a:effectLst>
        </c:spPr>
      </c:pivotFmt>
      <c:pivotFmt>
        <c:idx val="5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57"/>
        <c:spPr>
          <a:solidFill>
            <a:schemeClr val="accent1"/>
          </a:solidFill>
          <a:ln>
            <a:noFill/>
          </a:ln>
          <a:effectLst>
            <a:outerShdw blurRad="254000" sx="102000" sy="102000" algn="ctr" rotWithShape="0">
              <a:prstClr val="black">
                <a:alpha val="20000"/>
              </a:prstClr>
            </a:outerShdw>
          </a:effectLst>
        </c:spPr>
      </c:pivotFmt>
      <c:pivotFmt>
        <c:idx val="58"/>
        <c:spPr>
          <a:solidFill>
            <a:schemeClr val="accent1"/>
          </a:solidFill>
          <a:ln>
            <a:noFill/>
          </a:ln>
          <a:effectLst>
            <a:outerShdw blurRad="254000" sx="102000" sy="102000" algn="ctr" rotWithShape="0">
              <a:prstClr val="black">
                <a:alpha val="20000"/>
              </a:prstClr>
            </a:outerShdw>
          </a:effectLst>
        </c:spPr>
      </c:pivotFmt>
      <c:pivotFmt>
        <c:idx val="59"/>
        <c:spPr>
          <a:solidFill>
            <a:schemeClr val="accent1"/>
          </a:solidFill>
          <a:ln>
            <a:noFill/>
          </a:ln>
          <a:effectLst>
            <a:outerShdw blurRad="254000" sx="102000" sy="102000" algn="ctr" rotWithShape="0">
              <a:prstClr val="black">
                <a:alpha val="20000"/>
              </a:prstClr>
            </a:outerShdw>
          </a:effectLst>
        </c:spPr>
      </c:pivotFmt>
      <c:pivotFmt>
        <c:idx val="60"/>
        <c:spPr>
          <a:solidFill>
            <a:schemeClr val="accent1"/>
          </a:solidFill>
          <a:ln>
            <a:noFill/>
          </a:ln>
          <a:effectLst>
            <a:outerShdw blurRad="254000" sx="102000" sy="102000" algn="ctr" rotWithShape="0">
              <a:prstClr val="black">
                <a:alpha val="20000"/>
              </a:prstClr>
            </a:outerShdw>
          </a:effectLst>
        </c:spPr>
      </c:pivotFmt>
      <c:pivotFmt>
        <c:idx val="6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62"/>
        <c:spPr>
          <a:solidFill>
            <a:schemeClr val="accent1"/>
          </a:solidFill>
          <a:ln>
            <a:noFill/>
          </a:ln>
          <a:effectLst>
            <a:outerShdw blurRad="254000" sx="102000" sy="102000" algn="ctr" rotWithShape="0">
              <a:prstClr val="black">
                <a:alpha val="20000"/>
              </a:prstClr>
            </a:outerShdw>
          </a:effectLst>
        </c:spPr>
      </c:pivotFmt>
      <c:pivotFmt>
        <c:idx val="63"/>
        <c:spPr>
          <a:solidFill>
            <a:schemeClr val="accent1"/>
          </a:solidFill>
          <a:ln>
            <a:noFill/>
          </a:ln>
          <a:effectLst>
            <a:outerShdw blurRad="254000" sx="102000" sy="102000" algn="ctr" rotWithShape="0">
              <a:prstClr val="black">
                <a:alpha val="20000"/>
              </a:prstClr>
            </a:outerShdw>
          </a:effectLst>
        </c:spPr>
      </c:pivotFmt>
      <c:pivotFmt>
        <c:idx val="64"/>
        <c:spPr>
          <a:solidFill>
            <a:schemeClr val="accent1"/>
          </a:solidFill>
          <a:ln>
            <a:noFill/>
          </a:ln>
          <a:effectLst>
            <a:outerShdw blurRad="254000" sx="102000" sy="102000" algn="ctr" rotWithShape="0">
              <a:prstClr val="black">
                <a:alpha val="20000"/>
              </a:prstClr>
            </a:outerShdw>
          </a:effectLst>
        </c:spPr>
      </c:pivotFmt>
      <c:pivotFmt>
        <c:idx val="65"/>
        <c:spPr>
          <a:solidFill>
            <a:schemeClr val="accent1"/>
          </a:solidFill>
          <a:ln>
            <a:noFill/>
          </a:ln>
          <a:effectLst>
            <a:outerShdw blurRad="254000" sx="102000" sy="102000" algn="ctr" rotWithShape="0">
              <a:prstClr val="black">
                <a:alpha val="20000"/>
              </a:prstClr>
            </a:outerShdw>
          </a:effectLst>
        </c:spPr>
      </c:pivotFmt>
      <c:pivotFmt>
        <c:idx val="6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67"/>
        <c:spPr>
          <a:solidFill>
            <a:schemeClr val="accent1"/>
          </a:solidFill>
          <a:ln>
            <a:noFill/>
          </a:ln>
          <a:effectLst>
            <a:outerShdw blurRad="254000" sx="102000" sy="102000" algn="ctr" rotWithShape="0">
              <a:prstClr val="black">
                <a:alpha val="20000"/>
              </a:prstClr>
            </a:outerShdw>
          </a:effectLst>
        </c:spPr>
      </c:pivotFmt>
      <c:pivotFmt>
        <c:idx val="68"/>
        <c:spPr>
          <a:solidFill>
            <a:schemeClr val="accent1"/>
          </a:solidFill>
          <a:ln>
            <a:noFill/>
          </a:ln>
          <a:effectLst>
            <a:outerShdw blurRad="254000" sx="102000" sy="102000" algn="ctr" rotWithShape="0">
              <a:prstClr val="black">
                <a:alpha val="20000"/>
              </a:prstClr>
            </a:outerShdw>
          </a:effectLst>
        </c:spPr>
      </c:pivotFmt>
      <c:pivotFmt>
        <c:idx val="69"/>
        <c:spPr>
          <a:solidFill>
            <a:schemeClr val="accent1"/>
          </a:solidFill>
          <a:ln>
            <a:noFill/>
          </a:ln>
          <a:effectLst>
            <a:outerShdw blurRad="254000" sx="102000" sy="102000" algn="ctr" rotWithShape="0">
              <a:prstClr val="black">
                <a:alpha val="20000"/>
              </a:prstClr>
            </a:outerShdw>
          </a:effectLst>
        </c:spPr>
      </c:pivotFmt>
      <c:pivotFmt>
        <c:idx val="70"/>
        <c:spPr>
          <a:solidFill>
            <a:schemeClr val="accent1"/>
          </a:solidFill>
          <a:ln>
            <a:noFill/>
          </a:ln>
          <a:effectLst>
            <a:outerShdw blurRad="254000" sx="102000" sy="102000" algn="ctr" rotWithShape="0">
              <a:prstClr val="black">
                <a:alpha val="20000"/>
              </a:prstClr>
            </a:outerShdw>
          </a:effectLst>
        </c:spPr>
      </c:pivotFmt>
      <c:pivotFmt>
        <c:idx val="7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72"/>
        <c:spPr>
          <a:solidFill>
            <a:schemeClr val="accent1"/>
          </a:solidFill>
          <a:ln>
            <a:noFill/>
          </a:ln>
          <a:effectLst>
            <a:outerShdw blurRad="254000" sx="102000" sy="102000" algn="ctr" rotWithShape="0">
              <a:prstClr val="black">
                <a:alpha val="20000"/>
              </a:prstClr>
            </a:outerShdw>
          </a:effectLst>
        </c:spPr>
      </c:pivotFmt>
      <c:pivotFmt>
        <c:idx val="73"/>
        <c:spPr>
          <a:solidFill>
            <a:schemeClr val="accent1"/>
          </a:solidFill>
          <a:ln>
            <a:noFill/>
          </a:ln>
          <a:effectLst>
            <a:outerShdw blurRad="254000" sx="102000" sy="102000" algn="ctr" rotWithShape="0">
              <a:prstClr val="black">
                <a:alpha val="20000"/>
              </a:prstClr>
            </a:outerShdw>
          </a:effectLst>
        </c:spPr>
      </c:pivotFmt>
      <c:pivotFmt>
        <c:idx val="74"/>
        <c:spPr>
          <a:solidFill>
            <a:schemeClr val="accent1"/>
          </a:solidFill>
          <a:ln>
            <a:noFill/>
          </a:ln>
          <a:effectLst>
            <a:outerShdw blurRad="254000" sx="102000" sy="102000" algn="ctr" rotWithShape="0">
              <a:prstClr val="black">
                <a:alpha val="20000"/>
              </a:prstClr>
            </a:outerShdw>
          </a:effectLst>
        </c:spPr>
      </c:pivotFmt>
      <c:pivotFmt>
        <c:idx val="75"/>
        <c:spPr>
          <a:solidFill>
            <a:schemeClr val="accent1"/>
          </a:solidFill>
          <a:ln>
            <a:noFill/>
          </a:ln>
          <a:effectLst>
            <a:outerShdw blurRad="254000" sx="102000" sy="102000" algn="ctr" rotWithShape="0">
              <a:prstClr val="black">
                <a:alpha val="20000"/>
              </a:prstClr>
            </a:outerShdw>
          </a:effectLst>
        </c:spPr>
      </c:pivotFmt>
      <c:pivotFmt>
        <c:idx val="7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77"/>
        <c:spPr>
          <a:solidFill>
            <a:schemeClr val="accent1"/>
          </a:solidFill>
          <a:ln>
            <a:noFill/>
          </a:ln>
          <a:effectLst>
            <a:outerShdw blurRad="254000" sx="102000" sy="102000" algn="ctr" rotWithShape="0">
              <a:prstClr val="black">
                <a:alpha val="20000"/>
              </a:prstClr>
            </a:outerShdw>
          </a:effectLst>
        </c:spPr>
      </c:pivotFmt>
      <c:pivotFmt>
        <c:idx val="78"/>
        <c:spPr>
          <a:solidFill>
            <a:schemeClr val="accent1"/>
          </a:solidFill>
          <a:ln>
            <a:noFill/>
          </a:ln>
          <a:effectLst>
            <a:outerShdw blurRad="254000" sx="102000" sy="102000" algn="ctr" rotWithShape="0">
              <a:prstClr val="black">
                <a:alpha val="20000"/>
              </a:prstClr>
            </a:outerShdw>
          </a:effectLst>
        </c:spPr>
      </c:pivotFmt>
      <c:pivotFmt>
        <c:idx val="79"/>
        <c:spPr>
          <a:solidFill>
            <a:schemeClr val="accent1"/>
          </a:solidFill>
          <a:ln>
            <a:noFill/>
          </a:ln>
          <a:effectLst>
            <a:outerShdw blurRad="254000" sx="102000" sy="102000" algn="ctr" rotWithShape="0">
              <a:prstClr val="black">
                <a:alpha val="20000"/>
              </a:prstClr>
            </a:outerShdw>
          </a:effectLst>
        </c:spPr>
      </c:pivotFmt>
      <c:pivotFmt>
        <c:idx val="80"/>
        <c:spPr>
          <a:solidFill>
            <a:schemeClr val="accent1"/>
          </a:solidFill>
          <a:ln>
            <a:noFill/>
          </a:ln>
          <a:effectLst>
            <a:outerShdw blurRad="254000" sx="102000" sy="102000" algn="ctr" rotWithShape="0">
              <a:prstClr val="black">
                <a:alpha val="20000"/>
              </a:prstClr>
            </a:outerShdw>
          </a:effectLst>
        </c:spPr>
      </c:pivotFmt>
      <c:pivotFmt>
        <c:idx val="8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82"/>
        <c:spPr>
          <a:solidFill>
            <a:schemeClr val="accent1"/>
          </a:solidFill>
          <a:ln>
            <a:noFill/>
          </a:ln>
          <a:effectLst>
            <a:outerShdw blurRad="254000" sx="102000" sy="102000" algn="ctr" rotWithShape="0">
              <a:prstClr val="black">
                <a:alpha val="20000"/>
              </a:prstClr>
            </a:outerShdw>
          </a:effectLst>
        </c:spPr>
      </c:pivotFmt>
      <c:pivotFmt>
        <c:idx val="83"/>
        <c:spPr>
          <a:solidFill>
            <a:schemeClr val="accent1"/>
          </a:solidFill>
          <a:ln>
            <a:noFill/>
          </a:ln>
          <a:effectLst>
            <a:outerShdw blurRad="254000" sx="102000" sy="102000" algn="ctr" rotWithShape="0">
              <a:prstClr val="black">
                <a:alpha val="20000"/>
              </a:prstClr>
            </a:outerShdw>
          </a:effectLst>
        </c:spPr>
      </c:pivotFmt>
      <c:pivotFmt>
        <c:idx val="84"/>
        <c:spPr>
          <a:solidFill>
            <a:schemeClr val="accent1"/>
          </a:solidFill>
          <a:ln>
            <a:noFill/>
          </a:ln>
          <a:effectLst>
            <a:outerShdw blurRad="254000" sx="102000" sy="102000" algn="ctr" rotWithShape="0">
              <a:prstClr val="black">
                <a:alpha val="20000"/>
              </a:prstClr>
            </a:outerShdw>
          </a:effectLst>
        </c:spPr>
      </c:pivotFmt>
      <c:pivotFmt>
        <c:idx val="85"/>
        <c:spPr>
          <a:solidFill>
            <a:schemeClr val="accent1"/>
          </a:solidFill>
          <a:ln>
            <a:noFill/>
          </a:ln>
          <a:effectLst>
            <a:outerShdw blurRad="254000" sx="102000" sy="102000" algn="ctr" rotWithShape="0">
              <a:prstClr val="black">
                <a:alpha val="20000"/>
              </a:prstClr>
            </a:outerShdw>
          </a:effectLst>
        </c:spPr>
      </c:pivotFmt>
      <c:pivotFmt>
        <c:idx val="8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87"/>
        <c:spPr>
          <a:solidFill>
            <a:schemeClr val="accent1"/>
          </a:solidFill>
          <a:ln>
            <a:noFill/>
          </a:ln>
          <a:effectLst>
            <a:outerShdw blurRad="254000" sx="102000" sy="102000" algn="ctr" rotWithShape="0">
              <a:prstClr val="black">
                <a:alpha val="20000"/>
              </a:prstClr>
            </a:outerShdw>
          </a:effectLst>
        </c:spPr>
      </c:pivotFmt>
      <c:pivotFmt>
        <c:idx val="88"/>
        <c:spPr>
          <a:solidFill>
            <a:schemeClr val="accent1"/>
          </a:solidFill>
          <a:ln>
            <a:noFill/>
          </a:ln>
          <a:effectLst>
            <a:outerShdw blurRad="254000" sx="102000" sy="102000" algn="ctr" rotWithShape="0">
              <a:prstClr val="black">
                <a:alpha val="20000"/>
              </a:prstClr>
            </a:outerShdw>
          </a:effectLst>
        </c:spPr>
      </c:pivotFmt>
      <c:pivotFmt>
        <c:idx val="89"/>
        <c:spPr>
          <a:solidFill>
            <a:schemeClr val="accent1"/>
          </a:solidFill>
          <a:ln>
            <a:noFill/>
          </a:ln>
          <a:effectLst>
            <a:outerShdw blurRad="254000" sx="102000" sy="102000" algn="ctr" rotWithShape="0">
              <a:prstClr val="black">
                <a:alpha val="20000"/>
              </a:prstClr>
            </a:outerShdw>
          </a:effectLst>
        </c:spPr>
      </c:pivotFmt>
      <c:pivotFmt>
        <c:idx val="90"/>
        <c:spPr>
          <a:solidFill>
            <a:schemeClr val="accent1"/>
          </a:solidFill>
          <a:ln>
            <a:noFill/>
          </a:ln>
          <a:effectLst>
            <a:outerShdw blurRad="254000" sx="102000" sy="102000" algn="ctr" rotWithShape="0">
              <a:prstClr val="black">
                <a:alpha val="20000"/>
              </a:prstClr>
            </a:outerShdw>
          </a:effectLst>
        </c:spPr>
      </c:pivotFmt>
      <c:pivotFmt>
        <c:idx val="9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92"/>
        <c:spPr>
          <a:solidFill>
            <a:schemeClr val="accent1"/>
          </a:solidFill>
          <a:ln>
            <a:noFill/>
          </a:ln>
          <a:effectLst>
            <a:outerShdw blurRad="254000" sx="102000" sy="102000" algn="ctr" rotWithShape="0">
              <a:prstClr val="black">
                <a:alpha val="20000"/>
              </a:prstClr>
            </a:outerShdw>
          </a:effectLst>
        </c:spPr>
      </c:pivotFmt>
      <c:pivotFmt>
        <c:idx val="93"/>
        <c:spPr>
          <a:solidFill>
            <a:schemeClr val="accent1"/>
          </a:solidFill>
          <a:ln>
            <a:noFill/>
          </a:ln>
          <a:effectLst>
            <a:outerShdw blurRad="254000" sx="102000" sy="102000" algn="ctr" rotWithShape="0">
              <a:prstClr val="black">
                <a:alpha val="20000"/>
              </a:prstClr>
            </a:outerShdw>
          </a:effectLst>
        </c:spPr>
      </c:pivotFmt>
      <c:pivotFmt>
        <c:idx val="94"/>
        <c:spPr>
          <a:solidFill>
            <a:schemeClr val="accent1"/>
          </a:solidFill>
          <a:ln>
            <a:noFill/>
          </a:ln>
          <a:effectLst>
            <a:outerShdw blurRad="254000" sx="102000" sy="102000" algn="ctr" rotWithShape="0">
              <a:prstClr val="black">
                <a:alpha val="20000"/>
              </a:prstClr>
            </a:outerShdw>
          </a:effectLst>
        </c:spPr>
      </c:pivotFmt>
      <c:pivotFmt>
        <c:idx val="95"/>
        <c:spPr>
          <a:solidFill>
            <a:schemeClr val="accent1"/>
          </a:solidFill>
          <a:ln>
            <a:noFill/>
          </a:ln>
          <a:effectLst>
            <a:outerShdw blurRad="254000" sx="102000" sy="102000" algn="ctr" rotWithShape="0">
              <a:prstClr val="black">
                <a:alpha val="20000"/>
              </a:prstClr>
            </a:outerShdw>
          </a:effectLst>
        </c:spPr>
      </c:pivotFmt>
      <c:pivotFmt>
        <c:idx val="9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97"/>
        <c:spPr>
          <a:solidFill>
            <a:schemeClr val="accent1"/>
          </a:solidFill>
          <a:ln>
            <a:noFill/>
          </a:ln>
          <a:effectLst>
            <a:outerShdw blurRad="254000" sx="102000" sy="102000" algn="ctr" rotWithShape="0">
              <a:prstClr val="black">
                <a:alpha val="20000"/>
              </a:prstClr>
            </a:outerShdw>
          </a:effectLst>
        </c:spPr>
        <c:dLbl>
          <c:idx val="0"/>
          <c:layout>
            <c:manualLayout>
              <c:x val="0.14500901425729013"/>
              <c:y val="8.7005926461307975E-2"/>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295087"/>
                    <a:gd name="adj2" fmla="val 43229"/>
                  </a:avLst>
                </a:prstGeom>
                <a:pattFill prst="pct75">
                  <a:fgClr>
                    <a:schemeClr val="dk1">
                      <a:lumMod val="75000"/>
                      <a:lumOff val="25000"/>
                    </a:schemeClr>
                  </a:fgClr>
                  <a:bgClr>
                    <a:schemeClr val="dk1">
                      <a:lumMod val="65000"/>
                      <a:lumOff val="35000"/>
                    </a:schemeClr>
                  </a:bgClr>
                </a:pattFill>
                <a:ln>
                  <a:noFill/>
                </a:ln>
              </c15:spPr>
            </c:ext>
          </c:extLst>
        </c:dLbl>
      </c:pivotFmt>
      <c:pivotFmt>
        <c:idx val="98"/>
        <c:spPr>
          <a:solidFill>
            <a:schemeClr val="accent1"/>
          </a:solidFill>
          <a:ln>
            <a:noFill/>
          </a:ln>
          <a:effectLst>
            <a:outerShdw blurRad="254000" sx="102000" sy="102000" algn="ctr" rotWithShape="0">
              <a:prstClr val="black">
                <a:alpha val="20000"/>
              </a:prstClr>
            </a:outerShdw>
          </a:effectLst>
        </c:spPr>
      </c:pivotFmt>
      <c:pivotFmt>
        <c:idx val="99"/>
        <c:spPr>
          <a:solidFill>
            <a:schemeClr val="accent1"/>
          </a:solidFill>
          <a:ln>
            <a:noFill/>
          </a:ln>
          <a:effectLst>
            <a:outerShdw blurRad="254000" sx="102000" sy="102000" algn="ctr" rotWithShape="0">
              <a:prstClr val="black">
                <a:alpha val="20000"/>
              </a:prstClr>
            </a:outerShdw>
          </a:effectLst>
        </c:spPr>
      </c:pivotFmt>
      <c:pivotFmt>
        <c:idx val="100"/>
        <c:spPr>
          <a:solidFill>
            <a:schemeClr val="accent1"/>
          </a:solidFill>
          <a:ln>
            <a:noFill/>
          </a:ln>
          <a:effectLst>
            <a:outerShdw blurRad="254000" sx="102000" sy="102000" algn="ctr" rotWithShape="0">
              <a:prstClr val="black">
                <a:alpha val="20000"/>
              </a:prstClr>
            </a:outerShdw>
          </a:effectLst>
        </c:spPr>
      </c:pivotFmt>
      <c:pivotFmt>
        <c:idx val="10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02"/>
        <c:spPr>
          <a:solidFill>
            <a:schemeClr val="accent1"/>
          </a:solidFill>
          <a:ln>
            <a:noFill/>
          </a:ln>
          <a:effectLst>
            <a:outerShdw blurRad="254000" sx="102000" sy="102000" algn="ctr" rotWithShape="0">
              <a:prstClr val="black">
                <a:alpha val="20000"/>
              </a:prstClr>
            </a:outerShdw>
          </a:effectLst>
        </c:spPr>
      </c:pivotFmt>
      <c:pivotFmt>
        <c:idx val="103"/>
        <c:spPr>
          <a:solidFill>
            <a:schemeClr val="accent1"/>
          </a:solidFill>
          <a:ln>
            <a:noFill/>
          </a:ln>
          <a:effectLst>
            <a:outerShdw blurRad="254000" sx="102000" sy="102000" algn="ctr" rotWithShape="0">
              <a:prstClr val="black">
                <a:alpha val="20000"/>
              </a:prstClr>
            </a:outerShdw>
          </a:effectLst>
        </c:spPr>
      </c:pivotFmt>
      <c:pivotFmt>
        <c:idx val="104"/>
        <c:spPr>
          <a:solidFill>
            <a:schemeClr val="accent1"/>
          </a:solidFill>
          <a:ln>
            <a:noFill/>
          </a:ln>
          <a:effectLst>
            <a:outerShdw blurRad="254000" sx="102000" sy="102000" algn="ctr" rotWithShape="0">
              <a:prstClr val="black">
                <a:alpha val="20000"/>
              </a:prstClr>
            </a:outerShdw>
          </a:effectLst>
        </c:spPr>
      </c:pivotFmt>
      <c:pivotFmt>
        <c:idx val="105"/>
        <c:spPr>
          <a:solidFill>
            <a:schemeClr val="accent1"/>
          </a:solidFill>
          <a:ln>
            <a:noFill/>
          </a:ln>
          <a:effectLst>
            <a:outerShdw blurRad="254000" sx="102000" sy="102000" algn="ctr" rotWithShape="0">
              <a:prstClr val="black">
                <a:alpha val="20000"/>
              </a:prstClr>
            </a:outerShdw>
          </a:effectLst>
        </c:spPr>
      </c:pivotFmt>
      <c:pivotFmt>
        <c:idx val="10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07"/>
        <c:spPr>
          <a:solidFill>
            <a:schemeClr val="accent1"/>
          </a:solidFill>
          <a:ln>
            <a:noFill/>
          </a:ln>
          <a:effectLst>
            <a:outerShdw blurRad="254000" sx="102000" sy="102000" algn="ctr" rotWithShape="0">
              <a:prstClr val="black">
                <a:alpha val="20000"/>
              </a:prstClr>
            </a:outerShdw>
          </a:effectLst>
        </c:spPr>
      </c:pivotFmt>
      <c:pivotFmt>
        <c:idx val="108"/>
        <c:spPr>
          <a:solidFill>
            <a:schemeClr val="accent1"/>
          </a:solidFill>
          <a:ln>
            <a:noFill/>
          </a:ln>
          <a:effectLst>
            <a:outerShdw blurRad="254000" sx="102000" sy="102000" algn="ctr" rotWithShape="0">
              <a:prstClr val="black">
                <a:alpha val="20000"/>
              </a:prstClr>
            </a:outerShdw>
          </a:effectLst>
        </c:spPr>
      </c:pivotFmt>
      <c:pivotFmt>
        <c:idx val="109"/>
        <c:spPr>
          <a:solidFill>
            <a:schemeClr val="accent1"/>
          </a:solidFill>
          <a:ln>
            <a:noFill/>
          </a:ln>
          <a:effectLst>
            <a:outerShdw blurRad="254000" sx="102000" sy="102000" algn="ctr" rotWithShape="0">
              <a:prstClr val="black">
                <a:alpha val="20000"/>
              </a:prstClr>
            </a:outerShdw>
          </a:effectLst>
        </c:spPr>
      </c:pivotFmt>
      <c:pivotFmt>
        <c:idx val="110"/>
        <c:spPr>
          <a:solidFill>
            <a:schemeClr val="accent1"/>
          </a:solidFill>
          <a:ln>
            <a:noFill/>
          </a:ln>
          <a:effectLst>
            <a:outerShdw blurRad="254000" sx="102000" sy="102000" algn="ctr" rotWithShape="0">
              <a:prstClr val="black">
                <a:alpha val="20000"/>
              </a:prstClr>
            </a:outerShdw>
          </a:effectLst>
        </c:spPr>
      </c:pivotFmt>
      <c:pivotFmt>
        <c:idx val="11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12"/>
        <c:spPr>
          <a:solidFill>
            <a:schemeClr val="accent1"/>
          </a:solidFill>
          <a:ln>
            <a:noFill/>
          </a:ln>
          <a:effectLst>
            <a:outerShdw blurRad="254000" sx="102000" sy="102000" algn="ctr" rotWithShape="0">
              <a:prstClr val="black">
                <a:alpha val="20000"/>
              </a:prstClr>
            </a:outerShdw>
          </a:effectLst>
        </c:spPr>
      </c:pivotFmt>
      <c:pivotFmt>
        <c:idx val="113"/>
        <c:spPr>
          <a:solidFill>
            <a:schemeClr val="accent1"/>
          </a:solidFill>
          <a:ln>
            <a:noFill/>
          </a:ln>
          <a:effectLst>
            <a:outerShdw blurRad="254000" sx="102000" sy="102000" algn="ctr" rotWithShape="0">
              <a:prstClr val="black">
                <a:alpha val="20000"/>
              </a:prstClr>
            </a:outerShdw>
          </a:effectLst>
        </c:spPr>
      </c:pivotFmt>
      <c:pivotFmt>
        <c:idx val="114"/>
        <c:spPr>
          <a:solidFill>
            <a:schemeClr val="accent1"/>
          </a:solidFill>
          <a:ln>
            <a:noFill/>
          </a:ln>
          <a:effectLst>
            <a:outerShdw blurRad="254000" sx="102000" sy="102000" algn="ctr" rotWithShape="0">
              <a:prstClr val="black">
                <a:alpha val="20000"/>
              </a:prstClr>
            </a:outerShdw>
          </a:effectLst>
        </c:spPr>
      </c:pivotFmt>
      <c:pivotFmt>
        <c:idx val="115"/>
        <c:spPr>
          <a:solidFill>
            <a:schemeClr val="accent1"/>
          </a:solidFill>
          <a:ln>
            <a:noFill/>
          </a:ln>
          <a:effectLst>
            <a:outerShdw blurRad="254000" sx="102000" sy="102000" algn="ctr" rotWithShape="0">
              <a:prstClr val="black">
                <a:alpha val="20000"/>
              </a:prstClr>
            </a:outerShdw>
          </a:effectLst>
        </c:spPr>
      </c:pivotFmt>
      <c:pivotFmt>
        <c:idx val="11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17"/>
        <c:spPr>
          <a:solidFill>
            <a:schemeClr val="accent1"/>
          </a:solidFill>
          <a:ln>
            <a:noFill/>
          </a:ln>
          <a:effectLst>
            <a:outerShdw blurRad="254000" sx="102000" sy="102000" algn="ctr" rotWithShape="0">
              <a:prstClr val="black">
                <a:alpha val="20000"/>
              </a:prstClr>
            </a:outerShdw>
          </a:effectLst>
        </c:spPr>
      </c:pivotFmt>
      <c:pivotFmt>
        <c:idx val="118"/>
        <c:spPr>
          <a:solidFill>
            <a:schemeClr val="accent1"/>
          </a:solidFill>
          <a:ln>
            <a:noFill/>
          </a:ln>
          <a:effectLst>
            <a:outerShdw blurRad="254000" sx="102000" sy="102000" algn="ctr" rotWithShape="0">
              <a:prstClr val="black">
                <a:alpha val="20000"/>
              </a:prstClr>
            </a:outerShdw>
          </a:effectLst>
        </c:spPr>
      </c:pivotFmt>
      <c:pivotFmt>
        <c:idx val="119"/>
        <c:spPr>
          <a:solidFill>
            <a:schemeClr val="accent1"/>
          </a:solidFill>
          <a:ln>
            <a:noFill/>
          </a:ln>
          <a:effectLst>
            <a:outerShdw blurRad="254000" sx="102000" sy="102000" algn="ctr" rotWithShape="0">
              <a:prstClr val="black">
                <a:alpha val="20000"/>
              </a:prstClr>
            </a:outerShdw>
          </a:effectLst>
        </c:spPr>
      </c:pivotFmt>
      <c:pivotFmt>
        <c:idx val="120"/>
        <c:spPr>
          <a:solidFill>
            <a:schemeClr val="accent1"/>
          </a:solidFill>
          <a:ln>
            <a:noFill/>
          </a:ln>
          <a:effectLst>
            <a:outerShdw blurRad="254000" sx="102000" sy="102000" algn="ctr" rotWithShape="0">
              <a:prstClr val="black">
                <a:alpha val="20000"/>
              </a:prstClr>
            </a:outerShdw>
          </a:effectLst>
        </c:spPr>
      </c:pivotFmt>
      <c:pivotFmt>
        <c:idx val="12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22"/>
        <c:spPr>
          <a:solidFill>
            <a:schemeClr val="accent1"/>
          </a:solidFill>
          <a:ln>
            <a:noFill/>
          </a:ln>
          <a:effectLst>
            <a:outerShdw blurRad="254000" sx="102000" sy="102000" algn="ctr" rotWithShape="0">
              <a:prstClr val="black">
                <a:alpha val="20000"/>
              </a:prstClr>
            </a:outerShdw>
          </a:effectLst>
        </c:spPr>
      </c:pivotFmt>
      <c:pivotFmt>
        <c:idx val="123"/>
        <c:spPr>
          <a:solidFill>
            <a:schemeClr val="accent1"/>
          </a:solidFill>
          <a:ln>
            <a:noFill/>
          </a:ln>
          <a:effectLst>
            <a:outerShdw blurRad="254000" sx="102000" sy="102000" algn="ctr" rotWithShape="0">
              <a:prstClr val="black">
                <a:alpha val="20000"/>
              </a:prstClr>
            </a:outerShdw>
          </a:effectLst>
        </c:spPr>
      </c:pivotFmt>
      <c:pivotFmt>
        <c:idx val="124"/>
        <c:spPr>
          <a:solidFill>
            <a:schemeClr val="accent1"/>
          </a:solidFill>
          <a:ln>
            <a:noFill/>
          </a:ln>
          <a:effectLst>
            <a:outerShdw blurRad="254000" sx="102000" sy="102000" algn="ctr" rotWithShape="0">
              <a:prstClr val="black">
                <a:alpha val="20000"/>
              </a:prstClr>
            </a:outerShdw>
          </a:effectLst>
        </c:spPr>
      </c:pivotFmt>
      <c:pivotFmt>
        <c:idx val="125"/>
        <c:spPr>
          <a:solidFill>
            <a:schemeClr val="accent1"/>
          </a:solidFill>
          <a:ln>
            <a:noFill/>
          </a:ln>
          <a:effectLst>
            <a:outerShdw blurRad="254000" sx="102000" sy="102000" algn="ctr" rotWithShape="0">
              <a:prstClr val="black">
                <a:alpha val="20000"/>
              </a:prstClr>
            </a:outerShdw>
          </a:effectLst>
        </c:spPr>
      </c:pivotFmt>
      <c:pivotFmt>
        <c:idx val="12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27"/>
        <c:spPr>
          <a:solidFill>
            <a:schemeClr val="accent1"/>
          </a:solidFill>
          <a:ln>
            <a:noFill/>
          </a:ln>
          <a:effectLst>
            <a:outerShdw blurRad="254000" sx="102000" sy="102000" algn="ctr" rotWithShape="0">
              <a:prstClr val="black">
                <a:alpha val="20000"/>
              </a:prstClr>
            </a:outerShdw>
          </a:effectLst>
        </c:spPr>
        <c:dLbl>
          <c:idx val="0"/>
          <c:layout>
            <c:manualLayout>
              <c:x val="0.14500901425729013"/>
              <c:y val="8.7005926461307975E-2"/>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295087"/>
                    <a:gd name="adj2" fmla="val 43229"/>
                  </a:avLst>
                </a:prstGeom>
                <a:pattFill prst="pct75">
                  <a:fgClr>
                    <a:schemeClr val="dk1">
                      <a:lumMod val="75000"/>
                      <a:lumOff val="25000"/>
                    </a:schemeClr>
                  </a:fgClr>
                  <a:bgClr>
                    <a:schemeClr val="dk1">
                      <a:lumMod val="65000"/>
                      <a:lumOff val="35000"/>
                    </a:schemeClr>
                  </a:bgClr>
                </a:pattFill>
                <a:ln>
                  <a:noFill/>
                </a:ln>
              </c15:spPr>
            </c:ext>
          </c:extLst>
        </c:dLbl>
      </c:pivotFmt>
      <c:pivotFmt>
        <c:idx val="128"/>
        <c:spPr>
          <a:solidFill>
            <a:schemeClr val="accent1"/>
          </a:solidFill>
          <a:ln>
            <a:noFill/>
          </a:ln>
          <a:effectLst>
            <a:outerShdw blurRad="254000" sx="102000" sy="102000" algn="ctr" rotWithShape="0">
              <a:prstClr val="black">
                <a:alpha val="20000"/>
              </a:prstClr>
            </a:outerShdw>
          </a:effectLst>
        </c:spPr>
      </c:pivotFmt>
      <c:pivotFmt>
        <c:idx val="129"/>
        <c:spPr>
          <a:solidFill>
            <a:schemeClr val="accent1"/>
          </a:solidFill>
          <a:ln>
            <a:noFill/>
          </a:ln>
          <a:effectLst>
            <a:outerShdw blurRad="254000" sx="102000" sy="102000" algn="ctr" rotWithShape="0">
              <a:prstClr val="black">
                <a:alpha val="20000"/>
              </a:prstClr>
            </a:outerShdw>
          </a:effectLst>
        </c:spPr>
      </c:pivotFmt>
      <c:pivotFmt>
        <c:idx val="130"/>
        <c:spPr>
          <a:solidFill>
            <a:schemeClr val="accent1"/>
          </a:solidFill>
          <a:ln>
            <a:noFill/>
          </a:ln>
          <a:effectLst>
            <a:outerShdw blurRad="254000" sx="102000" sy="102000" algn="ctr" rotWithShape="0">
              <a:prstClr val="black">
                <a:alpha val="20000"/>
              </a:prstClr>
            </a:outerShdw>
          </a:effectLst>
        </c:spPr>
      </c:pivotFmt>
      <c:pivotFmt>
        <c:idx val="13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32"/>
        <c:spPr>
          <a:solidFill>
            <a:schemeClr val="accent1"/>
          </a:solidFill>
          <a:ln>
            <a:noFill/>
          </a:ln>
          <a:effectLst>
            <a:outerShdw blurRad="254000" sx="102000" sy="102000" algn="ctr" rotWithShape="0">
              <a:prstClr val="black">
                <a:alpha val="20000"/>
              </a:prstClr>
            </a:outerShdw>
          </a:effectLst>
        </c:spPr>
      </c:pivotFmt>
      <c:pivotFmt>
        <c:idx val="133"/>
        <c:spPr>
          <a:solidFill>
            <a:schemeClr val="accent1"/>
          </a:solidFill>
          <a:ln>
            <a:noFill/>
          </a:ln>
          <a:effectLst>
            <a:outerShdw blurRad="254000" sx="102000" sy="102000" algn="ctr" rotWithShape="0">
              <a:prstClr val="black">
                <a:alpha val="20000"/>
              </a:prstClr>
            </a:outerShdw>
          </a:effectLst>
        </c:spPr>
      </c:pivotFmt>
      <c:pivotFmt>
        <c:idx val="134"/>
        <c:spPr>
          <a:solidFill>
            <a:schemeClr val="accent1"/>
          </a:solidFill>
          <a:ln>
            <a:noFill/>
          </a:ln>
          <a:effectLst>
            <a:outerShdw blurRad="254000" sx="102000" sy="102000" algn="ctr" rotWithShape="0">
              <a:prstClr val="black">
                <a:alpha val="20000"/>
              </a:prstClr>
            </a:outerShdw>
          </a:effectLst>
        </c:spPr>
      </c:pivotFmt>
      <c:pivotFmt>
        <c:idx val="135"/>
        <c:spPr>
          <a:solidFill>
            <a:schemeClr val="accent1"/>
          </a:solidFill>
          <a:ln>
            <a:noFill/>
          </a:ln>
          <a:effectLst>
            <a:outerShdw blurRad="254000" sx="102000" sy="102000" algn="ctr" rotWithShape="0">
              <a:prstClr val="black">
                <a:alpha val="20000"/>
              </a:prstClr>
            </a:outerShdw>
          </a:effectLst>
        </c:spPr>
      </c:pivotFmt>
      <c:pivotFmt>
        <c:idx val="13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37"/>
        <c:spPr>
          <a:solidFill>
            <a:schemeClr val="accent1"/>
          </a:solidFill>
          <a:ln>
            <a:noFill/>
          </a:ln>
          <a:effectLst>
            <a:outerShdw blurRad="254000" sx="102000" sy="102000" algn="ctr" rotWithShape="0">
              <a:prstClr val="black">
                <a:alpha val="20000"/>
              </a:prstClr>
            </a:outerShdw>
          </a:effectLst>
        </c:spPr>
      </c:pivotFmt>
      <c:pivotFmt>
        <c:idx val="138"/>
        <c:spPr>
          <a:solidFill>
            <a:schemeClr val="accent1"/>
          </a:solidFill>
          <a:ln>
            <a:noFill/>
          </a:ln>
          <a:effectLst>
            <a:outerShdw blurRad="254000" sx="102000" sy="102000" algn="ctr" rotWithShape="0">
              <a:prstClr val="black">
                <a:alpha val="20000"/>
              </a:prstClr>
            </a:outerShdw>
          </a:effectLst>
        </c:spPr>
      </c:pivotFmt>
      <c:pivotFmt>
        <c:idx val="139"/>
        <c:spPr>
          <a:solidFill>
            <a:schemeClr val="accent1"/>
          </a:solidFill>
          <a:ln>
            <a:noFill/>
          </a:ln>
          <a:effectLst>
            <a:outerShdw blurRad="254000" sx="102000" sy="102000" algn="ctr" rotWithShape="0">
              <a:prstClr val="black">
                <a:alpha val="20000"/>
              </a:prstClr>
            </a:outerShdw>
          </a:effectLst>
        </c:spPr>
      </c:pivotFmt>
      <c:pivotFmt>
        <c:idx val="140"/>
        <c:spPr>
          <a:solidFill>
            <a:schemeClr val="accent1"/>
          </a:solidFill>
          <a:ln>
            <a:noFill/>
          </a:ln>
          <a:effectLst>
            <a:outerShdw blurRad="254000" sx="102000" sy="102000" algn="ctr" rotWithShape="0">
              <a:prstClr val="black">
                <a:alpha val="20000"/>
              </a:prstClr>
            </a:outerShdw>
          </a:effectLst>
        </c:spPr>
      </c:pivotFmt>
      <c:pivotFmt>
        <c:idx val="14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42"/>
        <c:spPr>
          <a:solidFill>
            <a:schemeClr val="accent1"/>
          </a:solidFill>
          <a:ln>
            <a:noFill/>
          </a:ln>
          <a:effectLst>
            <a:outerShdw blurRad="254000" sx="102000" sy="102000" algn="ctr" rotWithShape="0">
              <a:prstClr val="black">
                <a:alpha val="20000"/>
              </a:prstClr>
            </a:outerShdw>
          </a:effectLst>
        </c:spPr>
      </c:pivotFmt>
      <c:pivotFmt>
        <c:idx val="143"/>
        <c:spPr>
          <a:solidFill>
            <a:schemeClr val="accent1"/>
          </a:solidFill>
          <a:ln>
            <a:noFill/>
          </a:ln>
          <a:effectLst>
            <a:outerShdw blurRad="254000" sx="102000" sy="102000" algn="ctr" rotWithShape="0">
              <a:prstClr val="black">
                <a:alpha val="20000"/>
              </a:prstClr>
            </a:outerShdw>
          </a:effectLst>
        </c:spPr>
      </c:pivotFmt>
      <c:pivotFmt>
        <c:idx val="144"/>
        <c:spPr>
          <a:solidFill>
            <a:schemeClr val="accent1"/>
          </a:solidFill>
          <a:ln>
            <a:noFill/>
          </a:ln>
          <a:effectLst>
            <a:outerShdw blurRad="254000" sx="102000" sy="102000" algn="ctr" rotWithShape="0">
              <a:prstClr val="black">
                <a:alpha val="20000"/>
              </a:prstClr>
            </a:outerShdw>
          </a:effectLst>
        </c:spPr>
      </c:pivotFmt>
      <c:pivotFmt>
        <c:idx val="145"/>
        <c:spPr>
          <a:solidFill>
            <a:schemeClr val="accent1"/>
          </a:solidFill>
          <a:ln>
            <a:noFill/>
          </a:ln>
          <a:effectLst>
            <a:outerShdw blurRad="254000" sx="102000" sy="102000" algn="ctr" rotWithShape="0">
              <a:prstClr val="black">
                <a:alpha val="20000"/>
              </a:prstClr>
            </a:outerShdw>
          </a:effectLst>
        </c:spPr>
      </c:pivotFmt>
      <c:pivotFmt>
        <c:idx val="14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47"/>
        <c:spPr>
          <a:solidFill>
            <a:schemeClr val="accent1"/>
          </a:solidFill>
          <a:ln>
            <a:noFill/>
          </a:ln>
          <a:effectLst>
            <a:outerShdw blurRad="254000" sx="102000" sy="102000" algn="ctr" rotWithShape="0">
              <a:prstClr val="black">
                <a:alpha val="20000"/>
              </a:prstClr>
            </a:outerShdw>
          </a:effectLst>
        </c:spPr>
      </c:pivotFmt>
      <c:pivotFmt>
        <c:idx val="148"/>
        <c:spPr>
          <a:solidFill>
            <a:schemeClr val="accent1"/>
          </a:solidFill>
          <a:ln>
            <a:noFill/>
          </a:ln>
          <a:effectLst>
            <a:outerShdw blurRad="254000" sx="102000" sy="102000" algn="ctr" rotWithShape="0">
              <a:prstClr val="black">
                <a:alpha val="20000"/>
              </a:prstClr>
            </a:outerShdw>
          </a:effectLst>
        </c:spPr>
      </c:pivotFmt>
      <c:pivotFmt>
        <c:idx val="149"/>
        <c:spPr>
          <a:solidFill>
            <a:schemeClr val="accent1"/>
          </a:solidFill>
          <a:ln>
            <a:noFill/>
          </a:ln>
          <a:effectLst>
            <a:outerShdw blurRad="254000" sx="102000" sy="102000" algn="ctr" rotWithShape="0">
              <a:prstClr val="black">
                <a:alpha val="20000"/>
              </a:prstClr>
            </a:outerShdw>
          </a:effectLst>
        </c:spPr>
      </c:pivotFmt>
      <c:pivotFmt>
        <c:idx val="150"/>
        <c:spPr>
          <a:solidFill>
            <a:schemeClr val="accent1"/>
          </a:solidFill>
          <a:ln>
            <a:noFill/>
          </a:ln>
          <a:effectLst>
            <a:outerShdw blurRad="254000" sx="102000" sy="102000" algn="ctr" rotWithShape="0">
              <a:prstClr val="black">
                <a:alpha val="20000"/>
              </a:prstClr>
            </a:outerShdw>
          </a:effectLst>
        </c:spPr>
      </c:pivotFmt>
      <c:pivotFmt>
        <c:idx val="15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52"/>
        <c:spPr>
          <a:solidFill>
            <a:schemeClr val="accent1"/>
          </a:solidFill>
          <a:ln>
            <a:noFill/>
          </a:ln>
          <a:effectLst>
            <a:outerShdw blurRad="254000" sx="102000" sy="102000" algn="ctr" rotWithShape="0">
              <a:prstClr val="black">
                <a:alpha val="20000"/>
              </a:prstClr>
            </a:outerShdw>
          </a:effectLst>
        </c:spPr>
      </c:pivotFmt>
      <c:pivotFmt>
        <c:idx val="153"/>
        <c:spPr>
          <a:solidFill>
            <a:schemeClr val="accent1"/>
          </a:solidFill>
          <a:ln>
            <a:noFill/>
          </a:ln>
          <a:effectLst>
            <a:outerShdw blurRad="254000" sx="102000" sy="102000" algn="ctr" rotWithShape="0">
              <a:prstClr val="black">
                <a:alpha val="20000"/>
              </a:prstClr>
            </a:outerShdw>
          </a:effectLst>
        </c:spPr>
      </c:pivotFmt>
      <c:pivotFmt>
        <c:idx val="154"/>
        <c:spPr>
          <a:solidFill>
            <a:schemeClr val="accent1"/>
          </a:solidFill>
          <a:ln>
            <a:noFill/>
          </a:ln>
          <a:effectLst>
            <a:outerShdw blurRad="254000" sx="102000" sy="102000" algn="ctr" rotWithShape="0">
              <a:prstClr val="black">
                <a:alpha val="20000"/>
              </a:prstClr>
            </a:outerShdw>
          </a:effectLst>
        </c:spPr>
      </c:pivotFmt>
      <c:pivotFmt>
        <c:idx val="155"/>
        <c:spPr>
          <a:solidFill>
            <a:schemeClr val="accent1"/>
          </a:solidFill>
          <a:ln>
            <a:noFill/>
          </a:ln>
          <a:effectLst>
            <a:outerShdw blurRad="254000" sx="102000" sy="102000" algn="ctr" rotWithShape="0">
              <a:prstClr val="black">
                <a:alpha val="20000"/>
              </a:prstClr>
            </a:outerShdw>
          </a:effectLst>
        </c:spPr>
      </c:pivotFmt>
      <c:pivotFmt>
        <c:idx val="15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57"/>
        <c:spPr>
          <a:solidFill>
            <a:schemeClr val="accent1"/>
          </a:solidFill>
          <a:ln>
            <a:noFill/>
          </a:ln>
          <a:effectLst>
            <a:outerShdw blurRad="254000" sx="102000" sy="102000" algn="ctr" rotWithShape="0">
              <a:prstClr val="black">
                <a:alpha val="20000"/>
              </a:prstClr>
            </a:outerShdw>
          </a:effectLst>
        </c:spPr>
        <c:dLbl>
          <c:idx val="0"/>
          <c:layout>
            <c:manualLayout>
              <c:x val="0.14500901425729013"/>
              <c:y val="8.7005926461307975E-2"/>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295087"/>
                    <a:gd name="adj2" fmla="val 43229"/>
                  </a:avLst>
                </a:prstGeom>
                <a:pattFill prst="pct75">
                  <a:fgClr>
                    <a:schemeClr val="dk1">
                      <a:lumMod val="75000"/>
                      <a:lumOff val="25000"/>
                    </a:schemeClr>
                  </a:fgClr>
                  <a:bgClr>
                    <a:schemeClr val="dk1">
                      <a:lumMod val="65000"/>
                      <a:lumOff val="35000"/>
                    </a:schemeClr>
                  </a:bgClr>
                </a:pattFill>
                <a:ln>
                  <a:noFill/>
                </a:ln>
              </c15:spPr>
            </c:ext>
          </c:extLst>
        </c:dLbl>
      </c:pivotFmt>
      <c:pivotFmt>
        <c:idx val="158"/>
        <c:spPr>
          <a:solidFill>
            <a:schemeClr val="accent1"/>
          </a:solidFill>
          <a:ln>
            <a:noFill/>
          </a:ln>
          <a:effectLst>
            <a:outerShdw blurRad="254000" sx="102000" sy="102000" algn="ctr" rotWithShape="0">
              <a:prstClr val="black">
                <a:alpha val="20000"/>
              </a:prstClr>
            </a:outerShdw>
          </a:effectLst>
        </c:spPr>
      </c:pivotFmt>
      <c:pivotFmt>
        <c:idx val="159"/>
        <c:spPr>
          <a:solidFill>
            <a:schemeClr val="accent1"/>
          </a:solidFill>
          <a:ln>
            <a:noFill/>
          </a:ln>
          <a:effectLst>
            <a:outerShdw blurRad="254000" sx="102000" sy="102000" algn="ctr" rotWithShape="0">
              <a:prstClr val="black">
                <a:alpha val="20000"/>
              </a:prstClr>
            </a:outerShdw>
          </a:effectLst>
        </c:spPr>
      </c:pivotFmt>
      <c:pivotFmt>
        <c:idx val="160"/>
        <c:spPr>
          <a:solidFill>
            <a:schemeClr val="accent1"/>
          </a:solidFill>
          <a:ln>
            <a:noFill/>
          </a:ln>
          <a:effectLst>
            <a:outerShdw blurRad="254000" sx="102000" sy="102000" algn="ctr" rotWithShape="0">
              <a:prstClr val="black">
                <a:alpha val="20000"/>
              </a:prstClr>
            </a:outerShdw>
          </a:effectLst>
        </c:spPr>
      </c:pivotFmt>
      <c:pivotFmt>
        <c:idx val="16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62"/>
        <c:spPr>
          <a:solidFill>
            <a:schemeClr val="accent1"/>
          </a:solidFill>
          <a:ln>
            <a:noFill/>
          </a:ln>
          <a:effectLst>
            <a:outerShdw blurRad="254000" sx="102000" sy="102000" algn="ctr" rotWithShape="0">
              <a:prstClr val="black">
                <a:alpha val="20000"/>
              </a:prstClr>
            </a:outerShdw>
          </a:effectLst>
        </c:spPr>
      </c:pivotFmt>
      <c:pivotFmt>
        <c:idx val="163"/>
        <c:spPr>
          <a:solidFill>
            <a:schemeClr val="accent1"/>
          </a:solidFill>
          <a:ln>
            <a:noFill/>
          </a:ln>
          <a:effectLst>
            <a:outerShdw blurRad="254000" sx="102000" sy="102000" algn="ctr" rotWithShape="0">
              <a:prstClr val="black">
                <a:alpha val="20000"/>
              </a:prstClr>
            </a:outerShdw>
          </a:effectLst>
        </c:spPr>
      </c:pivotFmt>
      <c:pivotFmt>
        <c:idx val="164"/>
        <c:spPr>
          <a:solidFill>
            <a:schemeClr val="accent1"/>
          </a:solidFill>
          <a:ln>
            <a:noFill/>
          </a:ln>
          <a:effectLst>
            <a:outerShdw blurRad="254000" sx="102000" sy="102000" algn="ctr" rotWithShape="0">
              <a:prstClr val="black">
                <a:alpha val="20000"/>
              </a:prstClr>
            </a:outerShdw>
          </a:effectLst>
        </c:spPr>
      </c:pivotFmt>
      <c:pivotFmt>
        <c:idx val="165"/>
        <c:spPr>
          <a:solidFill>
            <a:schemeClr val="accent1"/>
          </a:solidFill>
          <a:ln>
            <a:noFill/>
          </a:ln>
          <a:effectLst>
            <a:outerShdw blurRad="254000" sx="102000" sy="102000" algn="ctr" rotWithShape="0">
              <a:prstClr val="black">
                <a:alpha val="20000"/>
              </a:prstClr>
            </a:outerShdw>
          </a:effectLst>
        </c:spPr>
      </c:pivotFmt>
      <c:pivotFmt>
        <c:idx val="16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67"/>
        <c:spPr>
          <a:solidFill>
            <a:schemeClr val="accent1"/>
          </a:solidFill>
          <a:ln>
            <a:noFill/>
          </a:ln>
          <a:effectLst>
            <a:outerShdw blurRad="254000" sx="102000" sy="102000" algn="ctr" rotWithShape="0">
              <a:prstClr val="black">
                <a:alpha val="20000"/>
              </a:prstClr>
            </a:outerShdw>
          </a:effectLst>
        </c:spPr>
      </c:pivotFmt>
      <c:pivotFmt>
        <c:idx val="168"/>
        <c:spPr>
          <a:solidFill>
            <a:schemeClr val="accent1"/>
          </a:solidFill>
          <a:ln>
            <a:noFill/>
          </a:ln>
          <a:effectLst>
            <a:outerShdw blurRad="254000" sx="102000" sy="102000" algn="ctr" rotWithShape="0">
              <a:prstClr val="black">
                <a:alpha val="20000"/>
              </a:prstClr>
            </a:outerShdw>
          </a:effectLst>
        </c:spPr>
      </c:pivotFmt>
      <c:pivotFmt>
        <c:idx val="169"/>
        <c:spPr>
          <a:solidFill>
            <a:schemeClr val="accent1"/>
          </a:solidFill>
          <a:ln>
            <a:noFill/>
          </a:ln>
          <a:effectLst>
            <a:outerShdw blurRad="254000" sx="102000" sy="102000" algn="ctr" rotWithShape="0">
              <a:prstClr val="black">
                <a:alpha val="20000"/>
              </a:prstClr>
            </a:outerShdw>
          </a:effectLst>
        </c:spPr>
      </c:pivotFmt>
      <c:pivotFmt>
        <c:idx val="170"/>
        <c:spPr>
          <a:solidFill>
            <a:schemeClr val="accent1"/>
          </a:solidFill>
          <a:ln>
            <a:noFill/>
          </a:ln>
          <a:effectLst>
            <a:outerShdw blurRad="254000" sx="102000" sy="102000" algn="ctr" rotWithShape="0">
              <a:prstClr val="black">
                <a:alpha val="20000"/>
              </a:prstClr>
            </a:outerShdw>
          </a:effectLst>
        </c:spPr>
      </c:pivotFmt>
      <c:pivotFmt>
        <c:idx val="17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72"/>
        <c:spPr>
          <a:solidFill>
            <a:schemeClr val="accent1"/>
          </a:solidFill>
          <a:ln>
            <a:noFill/>
          </a:ln>
          <a:effectLst>
            <a:outerShdw blurRad="254000" sx="102000" sy="102000" algn="ctr" rotWithShape="0">
              <a:prstClr val="black">
                <a:alpha val="20000"/>
              </a:prstClr>
            </a:outerShdw>
          </a:effectLst>
        </c:spPr>
      </c:pivotFmt>
      <c:pivotFmt>
        <c:idx val="173"/>
        <c:spPr>
          <a:solidFill>
            <a:schemeClr val="accent1"/>
          </a:solidFill>
          <a:ln>
            <a:noFill/>
          </a:ln>
          <a:effectLst>
            <a:outerShdw blurRad="254000" sx="102000" sy="102000" algn="ctr" rotWithShape="0">
              <a:prstClr val="black">
                <a:alpha val="20000"/>
              </a:prstClr>
            </a:outerShdw>
          </a:effectLst>
        </c:spPr>
      </c:pivotFmt>
      <c:pivotFmt>
        <c:idx val="174"/>
        <c:spPr>
          <a:solidFill>
            <a:schemeClr val="accent1"/>
          </a:solidFill>
          <a:ln>
            <a:noFill/>
          </a:ln>
          <a:effectLst>
            <a:outerShdw blurRad="254000" sx="102000" sy="102000" algn="ctr" rotWithShape="0">
              <a:prstClr val="black">
                <a:alpha val="20000"/>
              </a:prstClr>
            </a:outerShdw>
          </a:effectLst>
        </c:spPr>
      </c:pivotFmt>
      <c:pivotFmt>
        <c:idx val="175"/>
        <c:spPr>
          <a:solidFill>
            <a:schemeClr val="accent1"/>
          </a:solidFill>
          <a:ln>
            <a:noFill/>
          </a:ln>
          <a:effectLst>
            <a:outerShdw blurRad="254000" sx="102000" sy="102000" algn="ctr" rotWithShape="0">
              <a:prstClr val="black">
                <a:alpha val="20000"/>
              </a:prstClr>
            </a:outerShdw>
          </a:effectLst>
        </c:spPr>
      </c:pivotFmt>
      <c:pivotFmt>
        <c:idx val="17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77"/>
        <c:spPr>
          <a:solidFill>
            <a:schemeClr val="accent1"/>
          </a:solidFill>
          <a:ln>
            <a:noFill/>
          </a:ln>
          <a:effectLst>
            <a:outerShdw blurRad="254000" sx="102000" sy="102000" algn="ctr" rotWithShape="0">
              <a:prstClr val="black">
                <a:alpha val="20000"/>
              </a:prstClr>
            </a:outerShdw>
          </a:effectLst>
        </c:spPr>
      </c:pivotFmt>
      <c:pivotFmt>
        <c:idx val="178"/>
        <c:spPr>
          <a:solidFill>
            <a:schemeClr val="accent1"/>
          </a:solidFill>
          <a:ln>
            <a:noFill/>
          </a:ln>
          <a:effectLst>
            <a:outerShdw blurRad="254000" sx="102000" sy="102000" algn="ctr" rotWithShape="0">
              <a:prstClr val="black">
                <a:alpha val="20000"/>
              </a:prstClr>
            </a:outerShdw>
          </a:effectLst>
        </c:spPr>
      </c:pivotFmt>
      <c:pivotFmt>
        <c:idx val="179"/>
        <c:spPr>
          <a:solidFill>
            <a:schemeClr val="accent1"/>
          </a:solidFill>
          <a:ln>
            <a:noFill/>
          </a:ln>
          <a:effectLst>
            <a:outerShdw blurRad="254000" sx="102000" sy="102000" algn="ctr" rotWithShape="0">
              <a:prstClr val="black">
                <a:alpha val="20000"/>
              </a:prstClr>
            </a:outerShdw>
          </a:effectLst>
        </c:spPr>
      </c:pivotFmt>
      <c:pivotFmt>
        <c:idx val="180"/>
        <c:spPr>
          <a:solidFill>
            <a:schemeClr val="accent1"/>
          </a:solidFill>
          <a:ln>
            <a:noFill/>
          </a:ln>
          <a:effectLst>
            <a:outerShdw blurRad="254000" sx="102000" sy="102000" algn="ctr" rotWithShape="0">
              <a:prstClr val="black">
                <a:alpha val="20000"/>
              </a:prstClr>
            </a:outerShdw>
          </a:effectLst>
        </c:spPr>
      </c:pivotFmt>
      <c:pivotFmt>
        <c:idx val="18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82"/>
        <c:spPr>
          <a:solidFill>
            <a:schemeClr val="accent1"/>
          </a:solidFill>
          <a:ln>
            <a:noFill/>
          </a:ln>
          <a:effectLst>
            <a:outerShdw blurRad="254000" sx="102000" sy="102000" algn="ctr" rotWithShape="0">
              <a:prstClr val="black">
                <a:alpha val="20000"/>
              </a:prstClr>
            </a:outerShdw>
          </a:effectLst>
        </c:spPr>
      </c:pivotFmt>
      <c:pivotFmt>
        <c:idx val="183"/>
        <c:spPr>
          <a:solidFill>
            <a:schemeClr val="accent1"/>
          </a:solidFill>
          <a:ln>
            <a:noFill/>
          </a:ln>
          <a:effectLst>
            <a:outerShdw blurRad="254000" sx="102000" sy="102000" algn="ctr" rotWithShape="0">
              <a:prstClr val="black">
                <a:alpha val="20000"/>
              </a:prstClr>
            </a:outerShdw>
          </a:effectLst>
        </c:spPr>
      </c:pivotFmt>
      <c:pivotFmt>
        <c:idx val="184"/>
        <c:spPr>
          <a:solidFill>
            <a:schemeClr val="accent1"/>
          </a:solidFill>
          <a:ln>
            <a:noFill/>
          </a:ln>
          <a:effectLst>
            <a:outerShdw blurRad="254000" sx="102000" sy="102000" algn="ctr" rotWithShape="0">
              <a:prstClr val="black">
                <a:alpha val="20000"/>
              </a:prstClr>
            </a:outerShdw>
          </a:effectLst>
        </c:spPr>
      </c:pivotFmt>
      <c:pivotFmt>
        <c:idx val="185"/>
        <c:spPr>
          <a:solidFill>
            <a:schemeClr val="accent1"/>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Sheet1!$B$165:$B$166</c:f>
              <c:strCache>
                <c:ptCount val="1"/>
                <c:pt idx="0">
                  <c:v>Hotstar</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695A-446F-95D3-09BAC04F6694}"/>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695A-446F-95D3-09BAC04F6694}"/>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695A-446F-95D3-09BAC04F6694}"/>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695A-446F-95D3-09BAC04F6694}"/>
              </c:ext>
            </c:extLst>
          </c:dPt>
          <c:dLbls>
            <c:dLbl>
              <c:idx val="0"/>
              <c:layout>
                <c:manualLayout>
                  <c:x val="0.14500901425729013"/>
                  <c:y val="8.7005926461307975E-2"/>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221078"/>
                        <a:gd name="adj2" fmla="val 18278"/>
                      </a:avLst>
                    </a:prstGeom>
                    <a:pattFill prst="pct75">
                      <a:fgClr>
                        <a:schemeClr val="dk1">
                          <a:lumMod val="75000"/>
                          <a:lumOff val="25000"/>
                        </a:schemeClr>
                      </a:fgClr>
                      <a:bgClr>
                        <a:schemeClr val="dk1">
                          <a:lumMod val="65000"/>
                          <a:lumOff val="35000"/>
                        </a:schemeClr>
                      </a:bgClr>
                    </a:pattFill>
                    <a:ln>
                      <a:noFill/>
                    </a:ln>
                  </c15:spPr>
                </c:ext>
                <c:ext xmlns:c16="http://schemas.microsoft.com/office/drawing/2014/chart" uri="{C3380CC4-5D6E-409C-BE32-E72D297353CC}">
                  <c16:uniqueId val="{00000001-695A-446F-95D3-09BAC04F6694}"/>
                </c:ext>
              </c:extLst>
            </c:dLbl>
            <c:dLbl>
              <c:idx val="1"/>
              <c:layout>
                <c:manualLayout>
                  <c:x val="1.2820512820512726E-2"/>
                  <c:y val="0.20797851434560449"/>
                </c:manualLayout>
              </c:layout>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4520"/>
                        <a:gd name="adj2" fmla="val -65059"/>
                      </a:avLst>
                    </a:prstGeom>
                    <a:pattFill prst="pct75">
                      <a:fgClr>
                        <a:schemeClr val="dk1">
                          <a:lumMod val="75000"/>
                          <a:lumOff val="25000"/>
                        </a:schemeClr>
                      </a:fgClr>
                      <a:bgClr>
                        <a:schemeClr val="dk1">
                          <a:lumMod val="65000"/>
                          <a:lumOff val="35000"/>
                        </a:schemeClr>
                      </a:bgClr>
                    </a:pattFill>
                    <a:ln>
                      <a:noFill/>
                    </a:ln>
                  </c15:spPr>
                </c:ext>
                <c:ext xmlns:c16="http://schemas.microsoft.com/office/drawing/2014/chart" uri="{C3380CC4-5D6E-409C-BE32-E72D297353CC}">
                  <c16:uniqueId val="{00000003-695A-446F-95D3-09BAC04F6694}"/>
                </c:ext>
              </c:extLst>
            </c:dLbl>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6576" tIns="18288" rIns="36576" bIns="18288" anchor="ctr" anchorCtr="1">
                <a:spAutoFit/>
              </a:bodyPr>
              <a:lstStyle/>
              <a:p>
                <a:pPr>
                  <a:defRPr sz="2400" b="1" i="0" u="none" strike="noStrike" kern="1200" baseline="0">
                    <a:solidFill>
                      <a:schemeClr val="lt1"/>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s>
          <c:cat>
            <c:strRef>
              <c:f>Sheet1!$A$167:$A$171</c:f>
              <c:strCache>
                <c:ptCount val="4"/>
                <c:pt idx="0">
                  <c:v>10-19</c:v>
                </c:pt>
                <c:pt idx="1">
                  <c:v>20-29</c:v>
                </c:pt>
                <c:pt idx="2">
                  <c:v>30-39</c:v>
                </c:pt>
                <c:pt idx="3">
                  <c:v>40-50</c:v>
                </c:pt>
              </c:strCache>
            </c:strRef>
          </c:cat>
          <c:val>
            <c:numRef>
              <c:f>Sheet1!$B$167:$B$171</c:f>
              <c:numCache>
                <c:formatCode>General</c:formatCode>
                <c:ptCount val="4"/>
                <c:pt idx="0">
                  <c:v>3</c:v>
                </c:pt>
                <c:pt idx="1">
                  <c:v>13</c:v>
                </c:pt>
                <c:pt idx="2">
                  <c:v>22</c:v>
                </c:pt>
                <c:pt idx="3">
                  <c:v>11</c:v>
                </c:pt>
              </c:numCache>
            </c:numRef>
          </c:val>
          <c:extLst>
            <c:ext xmlns:c16="http://schemas.microsoft.com/office/drawing/2014/chart" uri="{C3380CC4-5D6E-409C-BE32-E72D297353CC}">
              <c16:uniqueId val="{00000008-695A-446F-95D3-09BAC04F6694}"/>
            </c:ext>
          </c:extLst>
        </c:ser>
        <c:dLbls>
          <c:dLblPos val="outEnd"/>
          <c:showLegendKey val="0"/>
          <c:showVal val="0"/>
          <c:showCatName val="0"/>
          <c:showSerName val="0"/>
          <c:showPercent val="0"/>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2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24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[Exel project final.xlsx]Sheet1!PivotTable23</c:name>
    <c:fmtId val="32"/>
  </c:pivotSource>
  <c:chart>
    <c:autoTitleDeleted val="1"/>
    <c:pivotFmts>
      <c:pivotFmt>
        <c:idx val="0"/>
        <c:spPr>
          <a:solidFill>
            <a:schemeClr val="accent1">
              <a:alpha val="85000"/>
            </a:schemeClr>
          </a:solidFill>
          <a:ln w="31750" cap="rnd" cmpd="sng" algn="ctr">
            <a:solidFill>
              <a:schemeClr val="accent1"/>
            </a:solidFill>
            <a:round/>
          </a:ln>
          <a:effectLst/>
        </c:spPr>
        <c:marker>
          <c:symbol val="diamond"/>
          <c:size val="22"/>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31750" cap="rnd" cmpd="sng" algn="ctr">
            <a:solidFill>
              <a:schemeClr val="accent1"/>
            </a:solidFill>
            <a:round/>
          </a:ln>
          <a:effectLst/>
        </c:spPr>
        <c:marker>
          <c:symbol val="diamond"/>
          <c:size val="22"/>
          <c:spPr>
            <a:solidFill>
              <a:schemeClr val="accent1"/>
            </a:solidFill>
            <a:ln>
              <a:noFill/>
            </a:ln>
            <a:effectLst/>
          </c:spPr>
        </c:marker>
      </c:pivotFmt>
      <c:pivotFmt>
        <c:idx val="2"/>
        <c:spPr>
          <a:solidFill>
            <a:schemeClr val="accent1">
              <a:alpha val="85000"/>
            </a:schemeClr>
          </a:solidFill>
          <a:ln w="31750" cap="rnd" cmpd="sng" algn="ctr">
            <a:solidFill>
              <a:schemeClr val="accent1"/>
            </a:solidFill>
            <a:round/>
          </a:ln>
          <a:effectLst/>
        </c:spPr>
        <c:marker>
          <c:symbol val="diamond"/>
          <c:size val="22"/>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31750" cap="rnd" cmpd="sng" algn="ctr">
            <a:solidFill>
              <a:schemeClr val="accent1"/>
            </a:solidFill>
            <a:round/>
          </a:ln>
          <a:effectLst/>
        </c:spPr>
        <c:marker>
          <c:symbol val="diamond"/>
          <c:size val="22"/>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31750" cap="rnd" cmpd="sng" algn="ctr">
            <a:solidFill>
              <a:schemeClr val="accent1"/>
            </a:solidFill>
            <a:round/>
          </a:ln>
          <a:effectLst/>
        </c:spPr>
        <c:marker>
          <c:symbol val="diamond"/>
          <c:size val="22"/>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31750" cap="rnd" cmpd="sng" algn="ctr">
            <a:solidFill>
              <a:schemeClr val="accent1"/>
            </a:solidFill>
            <a:round/>
          </a:ln>
          <a:effectLst/>
        </c:spPr>
        <c:marker>
          <c:symbol val="diamond"/>
          <c:size val="22"/>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Sheet1!$B$227</c:f>
              <c:strCache>
                <c:ptCount val="1"/>
                <c:pt idx="0">
                  <c:v>Total</c:v>
                </c:pt>
              </c:strCache>
            </c:strRef>
          </c:tx>
          <c:spPr>
            <a:ln w="31750" cap="rnd">
              <a:solidFill>
                <a:schemeClr val="accent1"/>
              </a:solidFill>
              <a:round/>
            </a:ln>
            <a:effectLst/>
          </c:spPr>
          <c:marker>
            <c:symbol val="diamond"/>
            <c:size val="22"/>
            <c:spPr>
              <a:solidFill>
                <a:schemeClr val="accent1"/>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Sheet1!$A$228:$A$232</c:f>
              <c:strCache>
                <c:ptCount val="4"/>
                <c:pt idx="0">
                  <c:v>10-19</c:v>
                </c:pt>
                <c:pt idx="1">
                  <c:v>20-29</c:v>
                </c:pt>
                <c:pt idx="2">
                  <c:v>30-39</c:v>
                </c:pt>
                <c:pt idx="3">
                  <c:v>40-50</c:v>
                </c:pt>
              </c:strCache>
            </c:strRef>
          </c:cat>
          <c:val>
            <c:numRef>
              <c:f>Sheet1!$B$228:$B$232</c:f>
              <c:numCache>
                <c:formatCode>General</c:formatCode>
                <c:ptCount val="4"/>
                <c:pt idx="0">
                  <c:v>43</c:v>
                </c:pt>
                <c:pt idx="1">
                  <c:v>428</c:v>
                </c:pt>
                <c:pt idx="2">
                  <c:v>338</c:v>
                </c:pt>
                <c:pt idx="3">
                  <c:v>471</c:v>
                </c:pt>
              </c:numCache>
            </c:numRef>
          </c:val>
          <c:smooth val="0"/>
          <c:extLst>
            <c:ext xmlns:c16="http://schemas.microsoft.com/office/drawing/2014/chart" uri="{C3380CC4-5D6E-409C-BE32-E72D297353CC}">
              <c16:uniqueId val="{00000000-965A-4903-9396-6D023C128E59}"/>
            </c:ext>
          </c:extLst>
        </c:ser>
        <c:dLbls>
          <c:dLblPos val="ctr"/>
          <c:showLegendKey val="0"/>
          <c:showVal val="1"/>
          <c:showCatName val="0"/>
          <c:showSerName val="0"/>
          <c:showPercent val="0"/>
          <c:showBubbleSize val="0"/>
        </c:dLbls>
        <c:marker val="1"/>
        <c:smooth val="0"/>
        <c:axId val="166442336"/>
        <c:axId val="166446656"/>
      </c:lineChart>
      <c:catAx>
        <c:axId val="166442336"/>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66446656"/>
        <c:crosses val="autoZero"/>
        <c:auto val="1"/>
        <c:lblAlgn val="ctr"/>
        <c:lblOffset val="100"/>
        <c:noMultiLvlLbl val="0"/>
      </c:catAx>
      <c:valAx>
        <c:axId val="166446656"/>
        <c:scaling>
          <c:orientation val="minMax"/>
        </c:scaling>
        <c:delete val="1"/>
        <c:axPos val="l"/>
        <c:numFmt formatCode="General" sourceLinked="1"/>
        <c:majorTickMark val="none"/>
        <c:minorTickMark val="none"/>
        <c:tickLblPos val="nextTo"/>
        <c:crossAx val="166442336"/>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Sheet4!$A$2:$A$251</cx:f>
        <cx:lvl ptCount="250">
          <cx:pt idx="0">Male</cx:pt>
          <cx:pt idx="1">Female</cx:pt>
          <cx:pt idx="2">Male</cx:pt>
          <cx:pt idx="3">Male</cx:pt>
          <cx:pt idx="4">Female</cx:pt>
          <cx:pt idx="5">Female</cx:pt>
          <cx:pt idx="6">Female</cx:pt>
          <cx:pt idx="7">Male</cx:pt>
          <cx:pt idx="8">Male</cx:pt>
          <cx:pt idx="9">Female</cx:pt>
          <cx:pt idx="10">Female</cx:pt>
          <cx:pt idx="11">Male</cx:pt>
          <cx:pt idx="12">Female</cx:pt>
          <cx:pt idx="13">Female</cx:pt>
          <cx:pt idx="14">Female</cx:pt>
          <cx:pt idx="15">Female</cx:pt>
          <cx:pt idx="16">Female</cx:pt>
          <cx:pt idx="17">Female</cx:pt>
          <cx:pt idx="18">Female</cx:pt>
          <cx:pt idx="19">Female</cx:pt>
          <cx:pt idx="20">Male</cx:pt>
          <cx:pt idx="21">Female</cx:pt>
          <cx:pt idx="22">Female</cx:pt>
          <cx:pt idx="23">Female</cx:pt>
          <cx:pt idx="24">Female</cx:pt>
          <cx:pt idx="25">Female</cx:pt>
          <cx:pt idx="26">Male</cx:pt>
          <cx:pt idx="27">Female</cx:pt>
          <cx:pt idx="28">Male</cx:pt>
          <cx:pt idx="29">Male</cx:pt>
          <cx:pt idx="30">Female</cx:pt>
          <cx:pt idx="31">Female</cx:pt>
          <cx:pt idx="32">Male</cx:pt>
          <cx:pt idx="33">Female</cx:pt>
          <cx:pt idx="34">Male</cx:pt>
          <cx:pt idx="35">Female</cx:pt>
          <cx:pt idx="36">Female</cx:pt>
          <cx:pt idx="37">Female</cx:pt>
          <cx:pt idx="38">Female</cx:pt>
          <cx:pt idx="39">Female</cx:pt>
          <cx:pt idx="40">Female</cx:pt>
          <cx:pt idx="41">Female</cx:pt>
          <cx:pt idx="42">Male</cx:pt>
          <cx:pt idx="43">Female</cx:pt>
          <cx:pt idx="44">Male</cx:pt>
          <cx:pt idx="45">Female</cx:pt>
          <cx:pt idx="46">Female</cx:pt>
          <cx:pt idx="47">Female</cx:pt>
          <cx:pt idx="48">Female</cx:pt>
          <cx:pt idx="49">Male</cx:pt>
          <cx:pt idx="50">Male</cx:pt>
          <cx:pt idx="51">Female</cx:pt>
          <cx:pt idx="52">Female</cx:pt>
          <cx:pt idx="53">Male</cx:pt>
          <cx:pt idx="54">Male</cx:pt>
          <cx:pt idx="55">Male</cx:pt>
          <cx:pt idx="56">Female</cx:pt>
          <cx:pt idx="57">Female</cx:pt>
          <cx:pt idx="58">Female</cx:pt>
          <cx:pt idx="59">Male</cx:pt>
          <cx:pt idx="60">Male</cx:pt>
          <cx:pt idx="61">Female</cx:pt>
          <cx:pt idx="62">Male</cx:pt>
          <cx:pt idx="63">Female</cx:pt>
          <cx:pt idx="64">Male</cx:pt>
          <cx:pt idx="65">Female</cx:pt>
          <cx:pt idx="66">Male</cx:pt>
          <cx:pt idx="67">Male</cx:pt>
          <cx:pt idx="68">Male</cx:pt>
          <cx:pt idx="69">Female</cx:pt>
          <cx:pt idx="70">Female</cx:pt>
          <cx:pt idx="71">Male</cx:pt>
          <cx:pt idx="72">Male</cx:pt>
          <cx:pt idx="73">Male</cx:pt>
          <cx:pt idx="74">Male</cx:pt>
          <cx:pt idx="75">Female</cx:pt>
          <cx:pt idx="76">Female</cx:pt>
          <cx:pt idx="77">Male</cx:pt>
          <cx:pt idx="78">Female</cx:pt>
          <cx:pt idx="79">Female</cx:pt>
          <cx:pt idx="80">Female</cx:pt>
          <cx:pt idx="81">Male</cx:pt>
          <cx:pt idx="82">Female</cx:pt>
          <cx:pt idx="83">Female</cx:pt>
          <cx:pt idx="84">Female</cx:pt>
          <cx:pt idx="85">Male</cx:pt>
          <cx:pt idx="86">Male</cx:pt>
          <cx:pt idx="87">Male</cx:pt>
          <cx:pt idx="88">Male</cx:pt>
          <cx:pt idx="89">Male</cx:pt>
          <cx:pt idx="90">Female</cx:pt>
          <cx:pt idx="91">Female</cx:pt>
          <cx:pt idx="92">Female</cx:pt>
          <cx:pt idx="93">Male</cx:pt>
          <cx:pt idx="94">Male</cx:pt>
          <cx:pt idx="95">Female</cx:pt>
          <cx:pt idx="96">Male</cx:pt>
          <cx:pt idx="97">Male</cx:pt>
          <cx:pt idx="98">Male</cx:pt>
          <cx:pt idx="99">Female</cx:pt>
          <cx:pt idx="100">Male</cx:pt>
          <cx:pt idx="101">Male</cx:pt>
          <cx:pt idx="102">Male</cx:pt>
          <cx:pt idx="103">Male</cx:pt>
          <cx:pt idx="104">Female</cx:pt>
          <cx:pt idx="105">Female</cx:pt>
          <cx:pt idx="106">Female</cx:pt>
          <cx:pt idx="107">Male</cx:pt>
          <cx:pt idx="108">Male</cx:pt>
          <cx:pt idx="109">Male</cx:pt>
          <cx:pt idx="110">Male</cx:pt>
          <cx:pt idx="111">Male</cx:pt>
          <cx:pt idx="112">Male</cx:pt>
          <cx:pt idx="113">Female</cx:pt>
          <cx:pt idx="114">Female</cx:pt>
          <cx:pt idx="115">Female</cx:pt>
          <cx:pt idx="116">Male</cx:pt>
          <cx:pt idx="117">Female</cx:pt>
          <cx:pt idx="118">Female</cx:pt>
          <cx:pt idx="119">Male</cx:pt>
          <cx:pt idx="120">Female</cx:pt>
          <cx:pt idx="121">Female</cx:pt>
          <cx:pt idx="122">Female</cx:pt>
          <cx:pt idx="123">Female</cx:pt>
          <cx:pt idx="124">Female</cx:pt>
          <cx:pt idx="125">Male</cx:pt>
          <cx:pt idx="126">Male</cx:pt>
          <cx:pt idx="127">Female</cx:pt>
          <cx:pt idx="128">Female</cx:pt>
          <cx:pt idx="129">Female</cx:pt>
          <cx:pt idx="130">Female</cx:pt>
          <cx:pt idx="131">Female</cx:pt>
          <cx:pt idx="132">Female</cx:pt>
          <cx:pt idx="133">Male</cx:pt>
          <cx:pt idx="134">Male</cx:pt>
          <cx:pt idx="135">Male</cx:pt>
          <cx:pt idx="136">Male</cx:pt>
          <cx:pt idx="137">Female</cx:pt>
          <cx:pt idx="138">Male</cx:pt>
          <cx:pt idx="139">Male</cx:pt>
          <cx:pt idx="140">Female</cx:pt>
          <cx:pt idx="141">Male</cx:pt>
          <cx:pt idx="142">Female</cx:pt>
          <cx:pt idx="143">Female</cx:pt>
          <cx:pt idx="144">Female</cx:pt>
          <cx:pt idx="145">Male</cx:pt>
          <cx:pt idx="146">Male</cx:pt>
          <cx:pt idx="147">Female</cx:pt>
          <cx:pt idx="148">Male</cx:pt>
          <cx:pt idx="149">Female</cx:pt>
          <cx:pt idx="150">Male</cx:pt>
          <cx:pt idx="151">Female</cx:pt>
          <cx:pt idx="152">Male</cx:pt>
          <cx:pt idx="153">Female</cx:pt>
          <cx:pt idx="154">Male</cx:pt>
          <cx:pt idx="155">Male</cx:pt>
          <cx:pt idx="156">Male</cx:pt>
          <cx:pt idx="157">Male</cx:pt>
          <cx:pt idx="158">Male</cx:pt>
          <cx:pt idx="159">Female</cx:pt>
          <cx:pt idx="160">Female</cx:pt>
          <cx:pt idx="161">Female</cx:pt>
          <cx:pt idx="162">Female</cx:pt>
          <cx:pt idx="163">Female</cx:pt>
          <cx:pt idx="164">Female</cx:pt>
          <cx:pt idx="165">Male</cx:pt>
          <cx:pt idx="166">Male</cx:pt>
          <cx:pt idx="167">Female</cx:pt>
          <cx:pt idx="168">Female</cx:pt>
          <cx:pt idx="169">Male</cx:pt>
          <cx:pt idx="170">Female</cx:pt>
          <cx:pt idx="171">Female</cx:pt>
          <cx:pt idx="172">Female</cx:pt>
          <cx:pt idx="173">Female</cx:pt>
          <cx:pt idx="174">Male</cx:pt>
          <cx:pt idx="175">Male</cx:pt>
          <cx:pt idx="176">Female</cx:pt>
          <cx:pt idx="177">Female</cx:pt>
          <cx:pt idx="178">Male</cx:pt>
          <cx:pt idx="179">Female</cx:pt>
          <cx:pt idx="180">Male</cx:pt>
          <cx:pt idx="181">Female</cx:pt>
          <cx:pt idx="182">Male</cx:pt>
          <cx:pt idx="183">Female</cx:pt>
          <cx:pt idx="184">Male</cx:pt>
          <cx:pt idx="185">Male</cx:pt>
          <cx:pt idx="186">Male</cx:pt>
          <cx:pt idx="187">Male</cx:pt>
          <cx:pt idx="188">Male</cx:pt>
          <cx:pt idx="189">Male</cx:pt>
          <cx:pt idx="190">Female</cx:pt>
          <cx:pt idx="191">Female</cx:pt>
          <cx:pt idx="192">Male</cx:pt>
          <cx:pt idx="193">Male</cx:pt>
          <cx:pt idx="194">Female</cx:pt>
          <cx:pt idx="195">Female</cx:pt>
          <cx:pt idx="196">Male</cx:pt>
          <cx:pt idx="197">Female</cx:pt>
          <cx:pt idx="198">Male</cx:pt>
          <cx:pt idx="199">Male</cx:pt>
          <cx:pt idx="200">Male</cx:pt>
          <cx:pt idx="201">Female</cx:pt>
          <cx:pt idx="202">Female</cx:pt>
          <cx:pt idx="203">Female</cx:pt>
          <cx:pt idx="204">Male</cx:pt>
          <cx:pt idx="205">Female</cx:pt>
          <cx:pt idx="206">Male</cx:pt>
          <cx:pt idx="207">Female</cx:pt>
          <cx:pt idx="208">Female</cx:pt>
          <cx:pt idx="209">Male</cx:pt>
          <cx:pt idx="210">Female</cx:pt>
          <cx:pt idx="211">Male</cx:pt>
          <cx:pt idx="212">Male</cx:pt>
          <cx:pt idx="213">Male</cx:pt>
          <cx:pt idx="214">Male</cx:pt>
          <cx:pt idx="215">Male</cx:pt>
          <cx:pt idx="216">Male</cx:pt>
          <cx:pt idx="217">Female</cx:pt>
          <cx:pt idx="218">Female</cx:pt>
          <cx:pt idx="219">Male</cx:pt>
          <cx:pt idx="220">Male</cx:pt>
          <cx:pt idx="221">Male</cx:pt>
          <cx:pt idx="222">Male</cx:pt>
          <cx:pt idx="223">Male</cx:pt>
          <cx:pt idx="224">Male</cx:pt>
          <cx:pt idx="225">Male</cx:pt>
          <cx:pt idx="226">Male</cx:pt>
          <cx:pt idx="227">Female</cx:pt>
          <cx:pt idx="228">Female</cx:pt>
          <cx:pt idx="229">Female</cx:pt>
          <cx:pt idx="230">Female</cx:pt>
          <cx:pt idx="231">Male</cx:pt>
          <cx:pt idx="232">Female</cx:pt>
          <cx:pt idx="233">Female</cx:pt>
          <cx:pt idx="234">Male</cx:pt>
          <cx:pt idx="235">Male</cx:pt>
          <cx:pt idx="236">Female</cx:pt>
          <cx:pt idx="237">Male</cx:pt>
          <cx:pt idx="238">Male</cx:pt>
          <cx:pt idx="239">Female</cx:pt>
          <cx:pt idx="240">Female</cx:pt>
          <cx:pt idx="241">Female</cx:pt>
          <cx:pt idx="242">Male</cx:pt>
          <cx:pt idx="243">Female</cx:pt>
          <cx:pt idx="244">Male</cx:pt>
          <cx:pt idx="245">Female</cx:pt>
          <cx:pt idx="246">Male</cx:pt>
          <cx:pt idx="247">Male</cx:pt>
          <cx:pt idx="248">Female</cx:pt>
          <cx:pt idx="249">Male</cx:pt>
        </cx:lvl>
      </cx:strDim>
      <cx:numDim type="val">
        <cx:f>Sheet4!$B$2:$B$251</cx:f>
        <cx:lvl ptCount="250" formatCode="General">
          <cx:pt idx="0">856</cx:pt>
          <cx:pt idx="1">2738</cx:pt>
          <cx:pt idx="2">2865</cx:pt>
          <cx:pt idx="3">2516</cx:pt>
          <cx:pt idx="4">564</cx:pt>
          <cx:pt idx="5">1872</cx:pt>
          <cx:pt idx="6">1446</cx:pt>
          <cx:pt idx="7">509</cx:pt>
          <cx:pt idx="8">2124</cx:pt>
          <cx:pt idx="9">1684</cx:pt>
          <cx:pt idx="10">507</cx:pt>
          <cx:pt idx="11">1743</cx:pt>
          <cx:pt idx="12">1339</cx:pt>
          <cx:pt idx="13">1439</cx:pt>
          <cx:pt idx="14">1531</cx:pt>
          <cx:pt idx="15">1512</cx:pt>
          <cx:pt idx="16">2216</cx:pt>
          <cx:pt idx="17">568</cx:pt>
          <cx:pt idx="18">1715</cx:pt>
          <cx:pt idx="19">2831</cx:pt>
          <cx:pt idx="20">2607</cx:pt>
          <cx:pt idx="21">884</cx:pt>
          <cx:pt idx="22">1359</cx:pt>
          <cx:pt idx="23">757</cx:pt>
          <cx:pt idx="24">1965</cx:pt>
          <cx:pt idx="25">2395</cx:pt>
          <cx:pt idx="26">2578</cx:pt>
          <cx:pt idx="27">1651</cx:pt>
          <cx:pt idx="28">2263</cx:pt>
          <cx:pt idx="29">733</cx:pt>
          <cx:pt idx="30">1749</cx:pt>
          <cx:pt idx="31">1716</cx:pt>
          <cx:pt idx="32">2602</cx:pt>
          <cx:pt idx="33">1106</cx:pt>
          <cx:pt idx="34">1488</cx:pt>
          <cx:pt idx="35">1455</cx:pt>
          <cx:pt idx="36">2353</cx:pt>
          <cx:pt idx="37">880</cx:pt>
          <cx:pt idx="38">2569</cx:pt>
          <cx:pt idx="39">2995</cx:pt>
          <cx:pt idx="40">720</cx:pt>
          <cx:pt idx="41">2224</cx:pt>
          <cx:pt idx="42">2994</cx:pt>
          <cx:pt idx="43">2463</cx:pt>
          <cx:pt idx="44">2779</cx:pt>
          <cx:pt idx="45">2910</cx:pt>
          <cx:pt idx="46">2852</cx:pt>
          <cx:pt idx="47">1401</cx:pt>
          <cx:pt idx="48">1320</cx:pt>
          <cx:pt idx="49">1084</cx:pt>
          <cx:pt idx="50">1252</cx:pt>
          <cx:pt idx="51">1473</cx:pt>
          <cx:pt idx="52">731</cx:pt>
          <cx:pt idx="53">1288</cx:pt>
          <cx:pt idx="54">2842</cx:pt>
          <cx:pt idx="55">504</cx:pt>
          <cx:pt idx="56">994</cx:pt>
          <cx:pt idx="57">2067</cx:pt>
          <cx:pt idx="58">1937</cx:pt>
          <cx:pt idx="59">1695</cx:pt>
          <cx:pt idx="60">2493</cx:pt>
          <cx:pt idx="61">1168</cx:pt>
          <cx:pt idx="62">2472</cx:pt>
          <cx:pt idx="63">901</cx:pt>
          <cx:pt idx="64">1764</cx:pt>
          <cx:pt idx="65">1827</cx:pt>
          <cx:pt idx="66">558</cx:pt>
          <cx:pt idx="67">692</cx:pt>
          <cx:pt idx="68">2335</cx:pt>
          <cx:pt idx="69">651</cx:pt>
          <cx:pt idx="70">2209</cx:pt>
          <cx:pt idx="71">943</cx:pt>
          <cx:pt idx="72">1105</cx:pt>
          <cx:pt idx="73">925</cx:pt>
          <cx:pt idx="74">511</cx:pt>
          <cx:pt idx="75">1247</cx:pt>
          <cx:pt idx="76">1254</cx:pt>
          <cx:pt idx="77">1771</cx:pt>
          <cx:pt idx="78">787</cx:pt>
          <cx:pt idx="79">1501</cx:pt>
          <cx:pt idx="80">1653</cx:pt>
          <cx:pt idx="81">1202</cx:pt>
          <cx:pt idx="82">1230</cx:pt>
          <cx:pt idx="83">1019</cx:pt>
          <cx:pt idx="84">1725</cx:pt>
          <cx:pt idx="85">860</cx:pt>
          <cx:pt idx="86">661</cx:pt>
          <cx:pt idx="87">2842</cx:pt>
          <cx:pt idx="88">2197</cx:pt>
          <cx:pt idx="89">1495</cx:pt>
          <cx:pt idx="90">761</cx:pt>
          <cx:pt idx="91">1840</cx:pt>
          <cx:pt idx="92">2942</cx:pt>
          <cx:pt idx="93">1513</cx:pt>
          <cx:pt idx="94">2902</cx:pt>
          <cx:pt idx="95">972</cx:pt>
          <cx:pt idx="96">691</cx:pt>
          <cx:pt idx="97">2791</cx:pt>
          <cx:pt idx="98">1649</cx:pt>
          <cx:pt idx="99">2194</cx:pt>
          <cx:pt idx="100">675</cx:pt>
          <cx:pt idx="101">1179</cx:pt>
          <cx:pt idx="102">1349</cx:pt>
          <cx:pt idx="103">2300</cx:pt>
          <cx:pt idx="104">2602</cx:pt>
          <cx:pt idx="105">814</cx:pt>
          <cx:pt idx="106">2490</cx:pt>
          <cx:pt idx="107">1949</cx:pt>
          <cx:pt idx="108">1836</cx:pt>
          <cx:pt idx="109">1117</cx:pt>
          <cx:pt idx="110">2784</cx:pt>
          <cx:pt idx="111">1071</cx:pt>
          <cx:pt idx="112">1242</cx:pt>
          <cx:pt idx="113">1705</cx:pt>
          <cx:pt idx="114">2611</cx:pt>
          <cx:pt idx="115">1191</cx:pt>
          <cx:pt idx="116">1940</cx:pt>
          <cx:pt idx="117">1484</cx:pt>
          <cx:pt idx="118">1253</cx:pt>
          <cx:pt idx="119">2289</cx:pt>
          <cx:pt idx="120">1108</cx:pt>
          <cx:pt idx="121">2312</cx:pt>
          <cx:pt idx="122">894</cx:pt>
          <cx:pt idx="123">707</cx:pt>
          <cx:pt idx="124">843</cx:pt>
          <cx:pt idx="125">1146</cx:pt>
          <cx:pt idx="126">2552</cx:pt>
          <cx:pt idx="127">840</cx:pt>
          <cx:pt idx="128">1153</cx:pt>
          <cx:pt idx="129">982</cx:pt>
          <cx:pt idx="130">2642</cx:pt>
          <cx:pt idx="131">2846</cx:pt>
          <cx:pt idx="132">725</cx:pt>
          <cx:pt idx="133">1869</cx:pt>
          <cx:pt idx="134">2833</cx:pt>
          <cx:pt idx="135">896</cx:pt>
          <cx:pt idx="136">2736</cx:pt>
          <cx:pt idx="137">1676</cx:pt>
          <cx:pt idx="138">2742</cx:pt>
          <cx:pt idx="139">854</cx:pt>
          <cx:pt idx="140">1914</cx:pt>
          <cx:pt idx="141">1465</cx:pt>
          <cx:pt idx="142">1542</cx:pt>
          <cx:pt idx="143">2584</cx:pt>
          <cx:pt idx="144">2657</cx:pt>
          <cx:pt idx="145">1557</cx:pt>
          <cx:pt idx="146">1401</cx:pt>
          <cx:pt idx="147">1199</cx:pt>
          <cx:pt idx="148">2247</cx:pt>
          <cx:pt idx="149">1760</cx:pt>
          <cx:pt idx="150">772</cx:pt>
          <cx:pt idx="151">979</cx:pt>
          <cx:pt idx="152">1401</cx:pt>
          <cx:pt idx="153">1076</cx:pt>
          <cx:pt idx="154">2599</cx:pt>
          <cx:pt idx="155">1627</cx:pt>
          <cx:pt idx="156">1196</cx:pt>
          <cx:pt idx="157">1150</cx:pt>
          <cx:pt idx="158">1483</cx:pt>
          <cx:pt idx="159">1090</cx:pt>
          <cx:pt idx="160">1148</cx:pt>
          <cx:pt idx="161">1980</cx:pt>
          <cx:pt idx="162">853</cx:pt>
          <cx:pt idx="163">1174</cx:pt>
          <cx:pt idx="164">2223</cx:pt>
          <cx:pt idx="165">2553</cx:pt>
          <cx:pt idx="166">1120</cx:pt>
          <cx:pt idx="167">1517</cx:pt>
          <cx:pt idx="168">2563</cx:pt>
          <cx:pt idx="169">1889</cx:pt>
          <cx:pt idx="170">675</cx:pt>
          <cx:pt idx="171">957</cx:pt>
          <cx:pt idx="172">937</cx:pt>
          <cx:pt idx="173">1772</cx:pt>
          <cx:pt idx="174">1031</cx:pt>
          <cx:pt idx="175">1278</cx:pt>
          <cx:pt idx="176">1114</cx:pt>
          <cx:pt idx="177">1773</cx:pt>
          <cx:pt idx="178">2450</cx:pt>
          <cx:pt idx="179">1884</cx:pt>
          <cx:pt idx="180">576</cx:pt>
          <cx:pt idx="181">2054</cx:pt>
          <cx:pt idx="182">2304</cx:pt>
          <cx:pt idx="183">1630</cx:pt>
          <cx:pt idx="184">1702</cx:pt>
          <cx:pt idx="185">1700</cx:pt>
          <cx:pt idx="186">1016</cx:pt>
          <cx:pt idx="187">1042</cx:pt>
          <cx:pt idx="188">1969</cx:pt>
          <cx:pt idx="189">566</cx:pt>
          <cx:pt idx="190">1644</cx:pt>
          <cx:pt idx="191">1909</cx:pt>
          <cx:pt idx="192">1709</cx:pt>
          <cx:pt idx="193">2496</cx:pt>
          <cx:pt idx="194">1865</cx:pt>
          <cx:pt idx="195">564</cx:pt>
          <cx:pt idx="196">915</cx:pt>
          <cx:pt idx="197">2716</cx:pt>
          <cx:pt idx="198">1330</cx:pt>
          <cx:pt idx="199">1440</cx:pt>
          <cx:pt idx="200">923</cx:pt>
          <cx:pt idx="201">882</cx:pt>
          <cx:pt idx="202">2193</cx:pt>
          <cx:pt idx="203">1990</cx:pt>
          <cx:pt idx="204">2266</cx:pt>
          <cx:pt idx="205">2306</cx:pt>
          <cx:pt idx="206">806</cx:pt>
          <cx:pt idx="207">1997</cx:pt>
          <cx:pt idx="208">688</cx:pt>
          <cx:pt idx="209">1842</cx:pt>
          <cx:pt idx="210">2314</cx:pt>
          <cx:pt idx="211">2606</cx:pt>
          <cx:pt idx="212">1447</cx:pt>
          <cx:pt idx="213">2383</cx:pt>
          <cx:pt idx="214">2778</cx:pt>
          <cx:pt idx="215">998</cx:pt>
          <cx:pt idx="216">875</cx:pt>
          <cx:pt idx="217">2352</cx:pt>
          <cx:pt idx="218">1996</cx:pt>
          <cx:pt idx="219">2610</cx:pt>
          <cx:pt idx="220">1503</cx:pt>
          <cx:pt idx="221">2261</cx:pt>
          <cx:pt idx="222">2166</cx:pt>
          <cx:pt idx="223">867</cx:pt>
          <cx:pt idx="224">1306</cx:pt>
          <cx:pt idx="225">2614</cx:pt>
          <cx:pt idx="226">1926</cx:pt>
          <cx:pt idx="227">1638</cx:pt>
          <cx:pt idx="228">2600</cx:pt>
          <cx:pt idx="229">2763</cx:pt>
          <cx:pt idx="230">1732</cx:pt>
          <cx:pt idx="231">1931</cx:pt>
          <cx:pt idx="232">2543</cx:pt>
          <cx:pt idx="233">1914</cx:pt>
          <cx:pt idx="234">1000</cx:pt>
          <cx:pt idx="235">976</cx:pt>
          <cx:pt idx="236">2378</cx:pt>
          <cx:pt idx="237">2365</cx:pt>
          <cx:pt idx="238">1624</cx:pt>
          <cx:pt idx="239">1853</cx:pt>
          <cx:pt idx="240">2040</cx:pt>
          <cx:pt idx="241">2417</cx:pt>
          <cx:pt idx="242">2485</cx:pt>
          <cx:pt idx="243">865</cx:pt>
          <cx:pt idx="244">1832</cx:pt>
          <cx:pt idx="245">1826</cx:pt>
          <cx:pt idx="246">507</cx:pt>
          <cx:pt idx="247">2306</cx:pt>
          <cx:pt idx="248">2186</cx:pt>
          <cx:pt idx="249">2054</cx:pt>
        </cx:lvl>
      </cx:numDim>
    </cx:data>
  </cx:chartData>
  <cx:chart>
    <cx:plotArea>
      <cx:plotAreaRegion>
        <cx:series layoutId="boxWhisker" uniqueId="{63E729C5-CF20-4EF8-954D-43A6456203CB}" formatIdx="0">
          <cx:tx>
            <cx:txData>
              <cx:f>Sheet4!$B$1</cx:f>
              <cx:v>Monthly_Entertainment_Spend</cx:v>
            </cx:txData>
          </cx:tx>
          <cx:spPr>
            <a:solidFill>
              <a:schemeClr val="accent1"/>
            </a:solidFill>
          </cx:spPr>
          <cx:dataId val="0"/>
          <cx:layoutPr>
            <cx:visibility meanLine="0" meanMarker="1" nonoutliers="0" outliers="1"/>
            <cx:statistics quartileMethod="exclusive"/>
          </cx:layoutPr>
        </cx:series>
      </cx:plotAreaRegion>
      <cx:axis id="0">
        <cx:catScaling gapWidth="1.5"/>
        <cx:tickLabels/>
      </cx:axis>
      <cx:axis id="1">
        <cx:valScaling/>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Sheet4!$AS$2:$AS$251</cx:f>
        <cx:lvl ptCount="250">
          <cx:pt idx="0">10-20</cx:pt>
          <cx:pt idx="1">10-20</cx:pt>
          <cx:pt idx="2">10-20</cx:pt>
          <cx:pt idx="3">10-20</cx:pt>
          <cx:pt idx="4">10-20</cx:pt>
          <cx:pt idx="5">10-20</cx:pt>
          <cx:pt idx="6">10-20</cx:pt>
          <cx:pt idx="7">10-20</cx:pt>
          <cx:pt idx="8">10-20</cx:pt>
          <cx:pt idx="9">10-20</cx:pt>
          <cx:pt idx="10">10-20</cx:pt>
          <cx:pt idx="11">10-20</cx:pt>
          <cx:pt idx="12">10-20</cx:pt>
          <cx:pt idx="13">10-20</cx:pt>
          <cx:pt idx="14">10-20</cx:pt>
          <cx:pt idx="15">10-20</cx:pt>
          <cx:pt idx="16">10-20</cx:pt>
          <cx:pt idx="17">10-20</cx:pt>
          <cx:pt idx="18">10-20</cx:pt>
          <cx:pt idx="19">21-30</cx:pt>
          <cx:pt idx="20">21-30</cx:pt>
          <cx:pt idx="21">21-30</cx:pt>
          <cx:pt idx="22">21-30</cx:pt>
          <cx:pt idx="23">21-30</cx:pt>
          <cx:pt idx="24">21-30</cx:pt>
          <cx:pt idx="25">21-30</cx:pt>
          <cx:pt idx="26">21-30</cx:pt>
          <cx:pt idx="27">21-30</cx:pt>
          <cx:pt idx="28">21-30</cx:pt>
          <cx:pt idx="29">21-30</cx:pt>
          <cx:pt idx="30">21-30</cx:pt>
          <cx:pt idx="31">21-30</cx:pt>
          <cx:pt idx="32">21-30</cx:pt>
          <cx:pt idx="33">21-30</cx:pt>
          <cx:pt idx="34">21-30</cx:pt>
          <cx:pt idx="35">21-30</cx:pt>
          <cx:pt idx="36">21-30</cx:pt>
          <cx:pt idx="37">21-30</cx:pt>
          <cx:pt idx="38">21-30</cx:pt>
          <cx:pt idx="39">21-30</cx:pt>
          <cx:pt idx="40">21-30</cx:pt>
          <cx:pt idx="41">21-30</cx:pt>
          <cx:pt idx="42">21-30</cx:pt>
          <cx:pt idx="43">21-30</cx:pt>
          <cx:pt idx="44">21-30</cx:pt>
          <cx:pt idx="45">21-30</cx:pt>
          <cx:pt idx="46">21-30</cx:pt>
          <cx:pt idx="47">21-30</cx:pt>
          <cx:pt idx="48">21-30</cx:pt>
          <cx:pt idx="49">21-30</cx:pt>
          <cx:pt idx="50">21-30</cx:pt>
          <cx:pt idx="51">21-30</cx:pt>
          <cx:pt idx="52">21-30</cx:pt>
          <cx:pt idx="53">21-30</cx:pt>
          <cx:pt idx="54">21-30</cx:pt>
          <cx:pt idx="55">21-30</cx:pt>
          <cx:pt idx="56">21-30</cx:pt>
          <cx:pt idx="57">21-30</cx:pt>
          <cx:pt idx="58">21-30</cx:pt>
          <cx:pt idx="59">21-30</cx:pt>
          <cx:pt idx="60">21-30</cx:pt>
          <cx:pt idx="61">21-30</cx:pt>
          <cx:pt idx="62">21-30</cx:pt>
          <cx:pt idx="63">21-30</cx:pt>
          <cx:pt idx="64">21-30</cx:pt>
          <cx:pt idx="65">21-30</cx:pt>
          <cx:pt idx="66">21-30</cx:pt>
          <cx:pt idx="67">21-30</cx:pt>
          <cx:pt idx="68">21-30</cx:pt>
          <cx:pt idx="69">21-30</cx:pt>
          <cx:pt idx="70">21-30</cx:pt>
          <cx:pt idx="71">21-30</cx:pt>
          <cx:pt idx="72">21-30</cx:pt>
          <cx:pt idx="73">21-30</cx:pt>
          <cx:pt idx="74">21-30</cx:pt>
          <cx:pt idx="75">21-30</cx:pt>
          <cx:pt idx="76">21-30</cx:pt>
          <cx:pt idx="77">21-30</cx:pt>
          <cx:pt idx="78">21-30</cx:pt>
          <cx:pt idx="79">21-30</cx:pt>
          <cx:pt idx="80">21-30</cx:pt>
          <cx:pt idx="81">21-30</cx:pt>
          <cx:pt idx="82">21-30</cx:pt>
          <cx:pt idx="83">21-30</cx:pt>
          <cx:pt idx="84">21-30</cx:pt>
          <cx:pt idx="85">21-30</cx:pt>
          <cx:pt idx="86">21-30</cx:pt>
          <cx:pt idx="87">21-30</cx:pt>
          <cx:pt idx="88">21-30</cx:pt>
          <cx:pt idx="89">21-30</cx:pt>
          <cx:pt idx="90">21-30</cx:pt>
          <cx:pt idx="91">21-30</cx:pt>
          <cx:pt idx="92">21-30</cx:pt>
          <cx:pt idx="93">21-30</cx:pt>
          <cx:pt idx="94">21-30</cx:pt>
          <cx:pt idx="95">21-30</cx:pt>
          <cx:pt idx="96">21-30</cx:pt>
          <cx:pt idx="97">21-30</cx:pt>
          <cx:pt idx="98">21-30</cx:pt>
          <cx:pt idx="99">21-30</cx:pt>
          <cx:pt idx="100">31-40</cx:pt>
          <cx:pt idx="101">31-40</cx:pt>
          <cx:pt idx="102">31-40</cx:pt>
          <cx:pt idx="103">31-40</cx:pt>
          <cx:pt idx="104">31-40</cx:pt>
          <cx:pt idx="105">31-40</cx:pt>
          <cx:pt idx="106">31-40</cx:pt>
          <cx:pt idx="107">31-40</cx:pt>
          <cx:pt idx="108">31-40</cx:pt>
          <cx:pt idx="109">31-40</cx:pt>
          <cx:pt idx="110">31-40</cx:pt>
          <cx:pt idx="111">31-40</cx:pt>
          <cx:pt idx="112">31-40</cx:pt>
          <cx:pt idx="113">31-40</cx:pt>
          <cx:pt idx="114">31-40</cx:pt>
          <cx:pt idx="115">31-40</cx:pt>
          <cx:pt idx="116">31-40</cx:pt>
          <cx:pt idx="117">31-40</cx:pt>
          <cx:pt idx="118">31-40</cx:pt>
          <cx:pt idx="119">31-40</cx:pt>
          <cx:pt idx="120">31-40</cx:pt>
          <cx:pt idx="121">31-40</cx:pt>
          <cx:pt idx="122">31-40</cx:pt>
          <cx:pt idx="123">31-40</cx:pt>
          <cx:pt idx="124">31-40</cx:pt>
          <cx:pt idx="125">31-40</cx:pt>
          <cx:pt idx="126">31-40</cx:pt>
          <cx:pt idx="127">31-40</cx:pt>
          <cx:pt idx="128">31-40</cx:pt>
          <cx:pt idx="129">31-40</cx:pt>
          <cx:pt idx="130">31-40</cx:pt>
          <cx:pt idx="131">31-40</cx:pt>
          <cx:pt idx="132">31-40</cx:pt>
          <cx:pt idx="133">31-40</cx:pt>
          <cx:pt idx="134">31-40</cx:pt>
          <cx:pt idx="135">31-40</cx:pt>
          <cx:pt idx="136">31-40</cx:pt>
          <cx:pt idx="137">31-40</cx:pt>
          <cx:pt idx="138">31-40</cx:pt>
          <cx:pt idx="139">31-40</cx:pt>
          <cx:pt idx="140">31-40</cx:pt>
          <cx:pt idx="141">31-40</cx:pt>
          <cx:pt idx="142">31-40</cx:pt>
          <cx:pt idx="143">31-40</cx:pt>
          <cx:pt idx="144">31-40</cx:pt>
          <cx:pt idx="145">31-40</cx:pt>
          <cx:pt idx="146">31-40</cx:pt>
          <cx:pt idx="147">31-40</cx:pt>
          <cx:pt idx="148">31-40</cx:pt>
          <cx:pt idx="149">31-40</cx:pt>
          <cx:pt idx="150">31-40</cx:pt>
          <cx:pt idx="151">31-40</cx:pt>
          <cx:pt idx="152">31-40</cx:pt>
          <cx:pt idx="153">31-40</cx:pt>
          <cx:pt idx="154">31-40</cx:pt>
          <cx:pt idx="155">31-40</cx:pt>
          <cx:pt idx="156">31-40</cx:pt>
          <cx:pt idx="157">31-40</cx:pt>
          <cx:pt idx="158">31-40</cx:pt>
          <cx:pt idx="159">31-40</cx:pt>
          <cx:pt idx="160">31-40</cx:pt>
          <cx:pt idx="161">31-40</cx:pt>
          <cx:pt idx="162">31-40</cx:pt>
          <cx:pt idx="163">31-40</cx:pt>
          <cx:pt idx="164">31-40</cx:pt>
          <cx:pt idx="165">31-40</cx:pt>
          <cx:pt idx="166">31-40</cx:pt>
          <cx:pt idx="167">31-40</cx:pt>
          <cx:pt idx="168">31-40</cx:pt>
          <cx:pt idx="169">31-40</cx:pt>
          <cx:pt idx="170">31-40</cx:pt>
          <cx:pt idx="171">31-40</cx:pt>
          <cx:pt idx="172">31-40</cx:pt>
          <cx:pt idx="173">31-40</cx:pt>
          <cx:pt idx="174">41-50</cx:pt>
          <cx:pt idx="175">41-50</cx:pt>
          <cx:pt idx="176">41-50</cx:pt>
          <cx:pt idx="177">41-50</cx:pt>
          <cx:pt idx="178">41-50</cx:pt>
          <cx:pt idx="179">41-50</cx:pt>
          <cx:pt idx="180">41-50</cx:pt>
          <cx:pt idx="181">41-50</cx:pt>
          <cx:pt idx="182">41-50</cx:pt>
          <cx:pt idx="183">41-50</cx:pt>
          <cx:pt idx="184">41-50</cx:pt>
          <cx:pt idx="185">41-50</cx:pt>
          <cx:pt idx="186">41-50</cx:pt>
          <cx:pt idx="187">41-50</cx:pt>
          <cx:pt idx="188">41-50</cx:pt>
          <cx:pt idx="189">41-50</cx:pt>
          <cx:pt idx="190">41-50</cx:pt>
          <cx:pt idx="191">41-50</cx:pt>
          <cx:pt idx="192">41-50</cx:pt>
          <cx:pt idx="193">41-50</cx:pt>
          <cx:pt idx="194">41-50</cx:pt>
          <cx:pt idx="195">41-50</cx:pt>
          <cx:pt idx="196">41-50</cx:pt>
          <cx:pt idx="197">41-50</cx:pt>
          <cx:pt idx="198">41-50</cx:pt>
          <cx:pt idx="199">41-50</cx:pt>
          <cx:pt idx="200">41-50</cx:pt>
          <cx:pt idx="201">41-50</cx:pt>
          <cx:pt idx="202">41-50</cx:pt>
          <cx:pt idx="203">41-50</cx:pt>
          <cx:pt idx="204">41-50</cx:pt>
          <cx:pt idx="205">41-50</cx:pt>
          <cx:pt idx="206">41-50</cx:pt>
          <cx:pt idx="207">41-50</cx:pt>
          <cx:pt idx="208">41-50</cx:pt>
          <cx:pt idx="209">41-50</cx:pt>
          <cx:pt idx="210">41-50</cx:pt>
          <cx:pt idx="211">41-50</cx:pt>
          <cx:pt idx="212">41-50</cx:pt>
          <cx:pt idx="213">41-50</cx:pt>
          <cx:pt idx="214">41-50</cx:pt>
          <cx:pt idx="215">41-50</cx:pt>
          <cx:pt idx="216">41-50</cx:pt>
          <cx:pt idx="217">41-50</cx:pt>
          <cx:pt idx="218">41-50</cx:pt>
          <cx:pt idx="219">41-50</cx:pt>
          <cx:pt idx="220">41-50</cx:pt>
          <cx:pt idx="221">41-50</cx:pt>
          <cx:pt idx="222">41-50</cx:pt>
          <cx:pt idx="223">41-50</cx:pt>
          <cx:pt idx="224">41-50</cx:pt>
          <cx:pt idx="225">41-50</cx:pt>
          <cx:pt idx="226">41-50</cx:pt>
          <cx:pt idx="227">41-50</cx:pt>
          <cx:pt idx="228">41-50</cx:pt>
          <cx:pt idx="229">41-50</cx:pt>
          <cx:pt idx="230">41-50</cx:pt>
          <cx:pt idx="231">41-50</cx:pt>
          <cx:pt idx="232">41-50</cx:pt>
          <cx:pt idx="233">41-50</cx:pt>
          <cx:pt idx="234">41-50</cx:pt>
          <cx:pt idx="235">41-50</cx:pt>
          <cx:pt idx="236">41-50</cx:pt>
          <cx:pt idx="237">41-50</cx:pt>
          <cx:pt idx="238">41-50</cx:pt>
          <cx:pt idx="239">41-50</cx:pt>
          <cx:pt idx="240">41-50</cx:pt>
          <cx:pt idx="241">41-50</cx:pt>
          <cx:pt idx="242">41-50</cx:pt>
          <cx:pt idx="243">41-50</cx:pt>
          <cx:pt idx="244">41-50</cx:pt>
          <cx:pt idx="245">41-50</cx:pt>
          <cx:pt idx="246">41-50</cx:pt>
          <cx:pt idx="247">41-50</cx:pt>
          <cx:pt idx="248">41-50</cx:pt>
          <cx:pt idx="249">41-50</cx:pt>
        </cx:lvl>
      </cx:strDim>
      <cx:numDim type="val">
        <cx:f>Sheet4!$AT$2:$AT$251</cx:f>
        <cx:lvl ptCount="250" formatCode="General">
          <cx:pt idx="0">26</cx:pt>
          <cx:pt idx="1">21</cx:pt>
          <cx:pt idx="2">21</cx:pt>
          <cx:pt idx="3">21</cx:pt>
          <cx:pt idx="4">8</cx:pt>
          <cx:pt idx="5">28</cx:pt>
          <cx:pt idx="6">9</cx:pt>
          <cx:pt idx="7">22</cx:pt>
          <cx:pt idx="8">25</cx:pt>
          <cx:pt idx="9">29</cx:pt>
          <cx:pt idx="10">9</cx:pt>
          <cx:pt idx="11">27</cx:pt>
          <cx:pt idx="12">8</cx:pt>
          <cx:pt idx="13">29</cx:pt>
          <cx:pt idx="14">11</cx:pt>
          <cx:pt idx="15">15</cx:pt>
          <cx:pt idx="16">17</cx:pt>
          <cx:pt idx="17">11</cx:pt>
          <cx:pt idx="18">29</cx:pt>
          <cx:pt idx="19">30</cx:pt>
          <cx:pt idx="20">13</cx:pt>
          <cx:pt idx="21">9</cx:pt>
          <cx:pt idx="22">5</cx:pt>
          <cx:pt idx="23">5</cx:pt>
          <cx:pt idx="24">15</cx:pt>
          <cx:pt idx="25">25</cx:pt>
          <cx:pt idx="26">26</cx:pt>
          <cx:pt idx="27">23</cx:pt>
          <cx:pt idx="28">5</cx:pt>
          <cx:pt idx="29">9</cx:pt>
          <cx:pt idx="30">18</cx:pt>
          <cx:pt idx="31">20</cx:pt>
          <cx:pt idx="32">15</cx:pt>
          <cx:pt idx="33">26</cx:pt>
          <cx:pt idx="34">28</cx:pt>
          <cx:pt idx="35">9</cx:pt>
          <cx:pt idx="36">7</cx:pt>
          <cx:pt idx="37">27</cx:pt>
          <cx:pt idx="38">22</cx:pt>
          <cx:pt idx="39">6</cx:pt>
          <cx:pt idx="40">5</cx:pt>
          <cx:pt idx="41">13</cx:pt>
          <cx:pt idx="42">22</cx:pt>
          <cx:pt idx="43">25</cx:pt>
          <cx:pt idx="44">27</cx:pt>
          <cx:pt idx="45">25</cx:pt>
          <cx:pt idx="46">18</cx:pt>
          <cx:pt idx="47">12</cx:pt>
          <cx:pt idx="48">18</cx:pt>
          <cx:pt idx="49">20</cx:pt>
          <cx:pt idx="50">23</cx:pt>
          <cx:pt idx="51">28</cx:pt>
          <cx:pt idx="52">30</cx:pt>
          <cx:pt idx="53">24</cx:pt>
          <cx:pt idx="54">27</cx:pt>
          <cx:pt idx="55">25</cx:pt>
          <cx:pt idx="56">23</cx:pt>
          <cx:pt idx="57">10</cx:pt>
          <cx:pt idx="58">20</cx:pt>
          <cx:pt idx="59">29</cx:pt>
          <cx:pt idx="60">22</cx:pt>
          <cx:pt idx="61">25</cx:pt>
          <cx:pt idx="62">14</cx:pt>
          <cx:pt idx="63">10</cx:pt>
          <cx:pt idx="64">27</cx:pt>
          <cx:pt idx="65">16</cx:pt>
          <cx:pt idx="66">13</cx:pt>
          <cx:pt idx="67">27</cx:pt>
          <cx:pt idx="68">17</cx:pt>
          <cx:pt idx="69">6</cx:pt>
          <cx:pt idx="70">17</cx:pt>
          <cx:pt idx="71">29</cx:pt>
          <cx:pt idx="72">11</cx:pt>
          <cx:pt idx="73">22</cx:pt>
          <cx:pt idx="74">21</cx:pt>
          <cx:pt idx="75">10</cx:pt>
          <cx:pt idx="76">21</cx:pt>
          <cx:pt idx="77">15</cx:pt>
          <cx:pt idx="78">10</cx:pt>
          <cx:pt idx="79">10</cx:pt>
          <cx:pt idx="80">23</cx:pt>
          <cx:pt idx="81">5</cx:pt>
          <cx:pt idx="82">29</cx:pt>
          <cx:pt idx="83">25</cx:pt>
          <cx:pt idx="84">18</cx:pt>
          <cx:pt idx="85">25</cx:pt>
          <cx:pt idx="86">24</cx:pt>
          <cx:pt idx="87">28</cx:pt>
          <cx:pt idx="88">15</cx:pt>
          <cx:pt idx="89">6</cx:pt>
          <cx:pt idx="90">5</cx:pt>
          <cx:pt idx="91">30</cx:pt>
          <cx:pt idx="92">29</cx:pt>
          <cx:pt idx="93">26</cx:pt>
          <cx:pt idx="94">12</cx:pt>
          <cx:pt idx="95">25</cx:pt>
          <cx:pt idx="96">17</cx:pt>
          <cx:pt idx="97">6</cx:pt>
          <cx:pt idx="98">23</cx:pt>
          <cx:pt idx="99">8</cx:pt>
          <cx:pt idx="100">13</cx:pt>
          <cx:pt idx="101">18</cx:pt>
          <cx:pt idx="102">30</cx:pt>
          <cx:pt idx="103">26</cx:pt>
          <cx:pt idx="104">16</cx:pt>
          <cx:pt idx="105">14</cx:pt>
          <cx:pt idx="106">23</cx:pt>
          <cx:pt idx="107">11</cx:pt>
          <cx:pt idx="108">19</cx:pt>
          <cx:pt idx="109">7</cx:pt>
          <cx:pt idx="110">29</cx:pt>
          <cx:pt idx="111">29</cx:pt>
          <cx:pt idx="112">22</cx:pt>
          <cx:pt idx="113">15</cx:pt>
          <cx:pt idx="114">19</cx:pt>
          <cx:pt idx="115">8</cx:pt>
          <cx:pt idx="116">6</cx:pt>
          <cx:pt idx="117">21</cx:pt>
          <cx:pt idx="118">15</cx:pt>
          <cx:pt idx="119">8</cx:pt>
          <cx:pt idx="120">24</cx:pt>
          <cx:pt idx="121">13</cx:pt>
          <cx:pt idx="122">22</cx:pt>
          <cx:pt idx="123">22</cx:pt>
          <cx:pt idx="124">27</cx:pt>
          <cx:pt idx="125">12</cx:pt>
          <cx:pt idx="126">21</cx:pt>
          <cx:pt idx="127">8</cx:pt>
          <cx:pt idx="128">8</cx:pt>
          <cx:pt idx="129">15</cx:pt>
          <cx:pt idx="130">29</cx:pt>
          <cx:pt idx="131">6</cx:pt>
          <cx:pt idx="132">7</cx:pt>
          <cx:pt idx="133">23</cx:pt>
          <cx:pt idx="134">19</cx:pt>
          <cx:pt idx="135">11</cx:pt>
          <cx:pt idx="136">17</cx:pt>
          <cx:pt idx="137">7</cx:pt>
          <cx:pt idx="138">7</cx:pt>
          <cx:pt idx="139">8</cx:pt>
          <cx:pt idx="140">28</cx:pt>
          <cx:pt idx="141">7</cx:pt>
          <cx:pt idx="142">9</cx:pt>
          <cx:pt idx="143">25</cx:pt>
          <cx:pt idx="144">23</cx:pt>
          <cx:pt idx="145">18</cx:pt>
          <cx:pt idx="146">5</cx:pt>
          <cx:pt idx="147">29</cx:pt>
          <cx:pt idx="148">9</cx:pt>
          <cx:pt idx="149">14</cx:pt>
          <cx:pt idx="150">26</cx:pt>
          <cx:pt idx="151">30</cx:pt>
          <cx:pt idx="152">11</cx:pt>
          <cx:pt idx="153">5</cx:pt>
          <cx:pt idx="154">11</cx:pt>
          <cx:pt idx="155">7</cx:pt>
          <cx:pt idx="156">9</cx:pt>
          <cx:pt idx="157">12</cx:pt>
          <cx:pt idx="158">12</cx:pt>
          <cx:pt idx="159">17</cx:pt>
          <cx:pt idx="160">30</cx:pt>
          <cx:pt idx="161">17</cx:pt>
          <cx:pt idx="162">8</cx:pt>
          <cx:pt idx="163">10</cx:pt>
          <cx:pt idx="164">6</cx:pt>
          <cx:pt idx="165">26</cx:pt>
          <cx:pt idx="166">19</cx:pt>
          <cx:pt idx="167">19</cx:pt>
          <cx:pt idx="168">30</cx:pt>
          <cx:pt idx="169">21</cx:pt>
          <cx:pt idx="170">7</cx:pt>
          <cx:pt idx="171">18</cx:pt>
          <cx:pt idx="172">16</cx:pt>
          <cx:pt idx="173">29</cx:pt>
          <cx:pt idx="174">16</cx:pt>
          <cx:pt idx="175">27</cx:pt>
          <cx:pt idx="176">11</cx:pt>
          <cx:pt idx="177">9</cx:pt>
          <cx:pt idx="178">17</cx:pt>
          <cx:pt idx="179">9</cx:pt>
          <cx:pt idx="180">18</cx:pt>
          <cx:pt idx="181">18</cx:pt>
          <cx:pt idx="182">28</cx:pt>
          <cx:pt idx="183">28</cx:pt>
          <cx:pt idx="184">27</cx:pt>
          <cx:pt idx="185">6</cx:pt>
          <cx:pt idx="186">16</cx:pt>
          <cx:pt idx="187">22</cx:pt>
          <cx:pt idx="188">12</cx:pt>
          <cx:pt idx="189">19</cx:pt>
          <cx:pt idx="190">27</cx:pt>
          <cx:pt idx="191">29</cx:pt>
          <cx:pt idx="192">23</cx:pt>
          <cx:pt idx="193">6</cx:pt>
          <cx:pt idx="194">10</cx:pt>
          <cx:pt idx="195">12</cx:pt>
          <cx:pt idx="196">30</cx:pt>
          <cx:pt idx="197">12</cx:pt>
          <cx:pt idx="198">26</cx:pt>
          <cx:pt idx="199">16</cx:pt>
          <cx:pt idx="200">13</cx:pt>
          <cx:pt idx="201">23</cx:pt>
          <cx:pt idx="202">21</cx:pt>
          <cx:pt idx="203">5</cx:pt>
          <cx:pt idx="204">30</cx:pt>
          <cx:pt idx="205">29</cx:pt>
          <cx:pt idx="206">28</cx:pt>
          <cx:pt idx="207">19</cx:pt>
          <cx:pt idx="208">9</cx:pt>
          <cx:pt idx="209">28</cx:pt>
          <cx:pt idx="210">26</cx:pt>
          <cx:pt idx="211">25</cx:pt>
          <cx:pt idx="212">13</cx:pt>
          <cx:pt idx="213">28</cx:pt>
          <cx:pt idx="214">29</cx:pt>
          <cx:pt idx="215">21</cx:pt>
          <cx:pt idx="216">7</cx:pt>
          <cx:pt idx="217">21</cx:pt>
          <cx:pt idx="218">7</cx:pt>
          <cx:pt idx="219">29</cx:pt>
          <cx:pt idx="220">27</cx:pt>
          <cx:pt idx="221">24</cx:pt>
          <cx:pt idx="222">13</cx:pt>
          <cx:pt idx="223">22</cx:pt>
          <cx:pt idx="224">11</cx:pt>
          <cx:pt idx="225">28</cx:pt>
          <cx:pt idx="226">13</cx:pt>
          <cx:pt idx="227">16</cx:pt>
          <cx:pt idx="228">14</cx:pt>
          <cx:pt idx="229">17</cx:pt>
          <cx:pt idx="230">23</cx:pt>
          <cx:pt idx="231">18</cx:pt>
          <cx:pt idx="232">7</cx:pt>
          <cx:pt idx="233">20</cx:pt>
          <cx:pt idx="234">18</cx:pt>
          <cx:pt idx="235">9</cx:pt>
          <cx:pt idx="236">12</cx:pt>
          <cx:pt idx="237">5</cx:pt>
          <cx:pt idx="238">14</cx:pt>
          <cx:pt idx="239">9</cx:pt>
          <cx:pt idx="240">17</cx:pt>
          <cx:pt idx="241">16</cx:pt>
          <cx:pt idx="242">8</cx:pt>
          <cx:pt idx="243">26</cx:pt>
          <cx:pt idx="244">24</cx:pt>
          <cx:pt idx="245">13</cx:pt>
          <cx:pt idx="246">14</cx:pt>
          <cx:pt idx="247">9</cx:pt>
          <cx:pt idx="248">16</cx:pt>
          <cx:pt idx="249">24</cx:pt>
        </cx:lvl>
      </cx:numDim>
    </cx:data>
  </cx:chartData>
  <cx:chart>
    <cx:plotArea>
      <cx:plotAreaRegion>
        <cx:series layoutId="boxWhisker" uniqueId="{3E06077B-0C8F-4AF1-921B-A2E05CE9AED4}">
          <cx:tx>
            <cx:txData>
              <cx:f>Sheet4!$AT$1</cx:f>
              <cx:v>Streaming_Hours_per_Week</cx:v>
            </cx:txData>
          </cx:tx>
          <cx:dataId val="0"/>
          <cx:layoutPr>
            <cx:visibility meanLine="0" meanMarker="1" nonoutliers="0" outliers="1"/>
            <cx:statistics quartileMethod="exclusive"/>
          </cx:layoutPr>
        </cx:series>
      </cx:plotAreaRegion>
      <cx:axis id="0">
        <cx:catScaling gapWidth="1.5"/>
        <cx:tickLabels/>
      </cx:axis>
      <cx:axis id="1">
        <cx:valScaling/>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Sheet4!$AD$2:$AD$251</cx:f>
        <cx:lvl ptCount="250">
          <cx:pt idx="0">10-20</cx:pt>
          <cx:pt idx="1">10-20</cx:pt>
          <cx:pt idx="2">10-20</cx:pt>
          <cx:pt idx="3">10-20</cx:pt>
          <cx:pt idx="4">10-20</cx:pt>
          <cx:pt idx="5">10-20</cx:pt>
          <cx:pt idx="6">10-20</cx:pt>
          <cx:pt idx="7">10-20</cx:pt>
          <cx:pt idx="8">10-20</cx:pt>
          <cx:pt idx="9">10-20</cx:pt>
          <cx:pt idx="10">10-20</cx:pt>
          <cx:pt idx="11">10-20</cx:pt>
          <cx:pt idx="12">10-20</cx:pt>
          <cx:pt idx="13">10-20</cx:pt>
          <cx:pt idx="14">10-20</cx:pt>
          <cx:pt idx="15">10-20</cx:pt>
          <cx:pt idx="16">10-20</cx:pt>
          <cx:pt idx="17">10-20</cx:pt>
          <cx:pt idx="18">10-20</cx:pt>
          <cx:pt idx="19">21-30</cx:pt>
          <cx:pt idx="20">21-30</cx:pt>
          <cx:pt idx="21">21-30</cx:pt>
          <cx:pt idx="22">21-30</cx:pt>
          <cx:pt idx="23">21-30</cx:pt>
          <cx:pt idx="24">21-30</cx:pt>
          <cx:pt idx="25">21-30</cx:pt>
          <cx:pt idx="26">21-30</cx:pt>
          <cx:pt idx="27">21-30</cx:pt>
          <cx:pt idx="28">21-30</cx:pt>
          <cx:pt idx="29">21-30</cx:pt>
          <cx:pt idx="30">21-30</cx:pt>
          <cx:pt idx="31">21-30</cx:pt>
          <cx:pt idx="32">21-30</cx:pt>
          <cx:pt idx="33">21-30</cx:pt>
          <cx:pt idx="34">21-30</cx:pt>
          <cx:pt idx="35">21-30</cx:pt>
          <cx:pt idx="36">21-30</cx:pt>
          <cx:pt idx="37">21-30</cx:pt>
          <cx:pt idx="38">21-30</cx:pt>
          <cx:pt idx="39">21-30</cx:pt>
          <cx:pt idx="40">21-30</cx:pt>
          <cx:pt idx="41">21-30</cx:pt>
          <cx:pt idx="42">21-30</cx:pt>
          <cx:pt idx="43">21-30</cx:pt>
          <cx:pt idx="44">21-30</cx:pt>
          <cx:pt idx="45">21-30</cx:pt>
          <cx:pt idx="46">21-30</cx:pt>
          <cx:pt idx="47">21-30</cx:pt>
          <cx:pt idx="48">21-30</cx:pt>
          <cx:pt idx="49">21-30</cx:pt>
          <cx:pt idx="50">21-30</cx:pt>
          <cx:pt idx="51">21-30</cx:pt>
          <cx:pt idx="52">21-30</cx:pt>
          <cx:pt idx="53">21-30</cx:pt>
          <cx:pt idx="54">21-30</cx:pt>
          <cx:pt idx="55">21-30</cx:pt>
          <cx:pt idx="56">21-30</cx:pt>
          <cx:pt idx="57">21-30</cx:pt>
          <cx:pt idx="58">21-30</cx:pt>
          <cx:pt idx="59">21-30</cx:pt>
          <cx:pt idx="60">21-30</cx:pt>
          <cx:pt idx="61">21-30</cx:pt>
          <cx:pt idx="62">21-30</cx:pt>
          <cx:pt idx="63">21-30</cx:pt>
          <cx:pt idx="64">21-30</cx:pt>
          <cx:pt idx="65">21-30</cx:pt>
          <cx:pt idx="66">21-30</cx:pt>
          <cx:pt idx="67">21-30</cx:pt>
          <cx:pt idx="68">21-30</cx:pt>
          <cx:pt idx="69">21-30</cx:pt>
          <cx:pt idx="70">21-30</cx:pt>
          <cx:pt idx="71">21-30</cx:pt>
          <cx:pt idx="72">21-30</cx:pt>
          <cx:pt idx="73">21-30</cx:pt>
          <cx:pt idx="74">21-30</cx:pt>
          <cx:pt idx="75">21-30</cx:pt>
          <cx:pt idx="76">21-30</cx:pt>
          <cx:pt idx="77">21-30</cx:pt>
          <cx:pt idx="78">21-30</cx:pt>
          <cx:pt idx="79">21-30</cx:pt>
          <cx:pt idx="80">21-30</cx:pt>
          <cx:pt idx="81">21-30</cx:pt>
          <cx:pt idx="82">21-30</cx:pt>
          <cx:pt idx="83">21-30</cx:pt>
          <cx:pt idx="84">21-30</cx:pt>
          <cx:pt idx="85">21-30</cx:pt>
          <cx:pt idx="86">21-30</cx:pt>
          <cx:pt idx="87">21-30</cx:pt>
          <cx:pt idx="88">21-30</cx:pt>
          <cx:pt idx="89">21-30</cx:pt>
          <cx:pt idx="90">21-30</cx:pt>
          <cx:pt idx="91">21-30</cx:pt>
          <cx:pt idx="92">21-30</cx:pt>
          <cx:pt idx="93">21-30</cx:pt>
          <cx:pt idx="94">21-30</cx:pt>
          <cx:pt idx="95">21-30</cx:pt>
          <cx:pt idx="96">21-30</cx:pt>
          <cx:pt idx="97">21-30</cx:pt>
          <cx:pt idx="98">21-30</cx:pt>
          <cx:pt idx="99">21-30</cx:pt>
          <cx:pt idx="100">31-40</cx:pt>
          <cx:pt idx="101">31-40</cx:pt>
          <cx:pt idx="102">31-40</cx:pt>
          <cx:pt idx="103">31-40</cx:pt>
          <cx:pt idx="104">31-40</cx:pt>
          <cx:pt idx="105">31-40</cx:pt>
          <cx:pt idx="106">31-40</cx:pt>
          <cx:pt idx="107">31-40</cx:pt>
          <cx:pt idx="108">31-40</cx:pt>
          <cx:pt idx="109">31-40</cx:pt>
          <cx:pt idx="110">31-40</cx:pt>
          <cx:pt idx="111">31-40</cx:pt>
          <cx:pt idx="112">31-40</cx:pt>
          <cx:pt idx="113">31-40</cx:pt>
          <cx:pt idx="114">31-40</cx:pt>
          <cx:pt idx="115">31-40</cx:pt>
          <cx:pt idx="116">31-40</cx:pt>
          <cx:pt idx="117">31-40</cx:pt>
          <cx:pt idx="118">31-40</cx:pt>
          <cx:pt idx="119">31-40</cx:pt>
          <cx:pt idx="120">31-40</cx:pt>
          <cx:pt idx="121">31-40</cx:pt>
          <cx:pt idx="122">31-40</cx:pt>
          <cx:pt idx="123">31-40</cx:pt>
          <cx:pt idx="124">31-40</cx:pt>
          <cx:pt idx="125">31-40</cx:pt>
          <cx:pt idx="126">31-40</cx:pt>
          <cx:pt idx="127">31-40</cx:pt>
          <cx:pt idx="128">31-40</cx:pt>
          <cx:pt idx="129">31-40</cx:pt>
          <cx:pt idx="130">31-40</cx:pt>
          <cx:pt idx="131">31-40</cx:pt>
          <cx:pt idx="132">31-40</cx:pt>
          <cx:pt idx="133">31-40</cx:pt>
          <cx:pt idx="134">31-40</cx:pt>
          <cx:pt idx="135">31-40</cx:pt>
          <cx:pt idx="136">31-40</cx:pt>
          <cx:pt idx="137">31-40</cx:pt>
          <cx:pt idx="138">31-40</cx:pt>
          <cx:pt idx="139">31-40</cx:pt>
          <cx:pt idx="140">31-40</cx:pt>
          <cx:pt idx="141">31-40</cx:pt>
          <cx:pt idx="142">31-40</cx:pt>
          <cx:pt idx="143">31-40</cx:pt>
          <cx:pt idx="144">31-40</cx:pt>
          <cx:pt idx="145">31-40</cx:pt>
          <cx:pt idx="146">31-40</cx:pt>
          <cx:pt idx="147">31-40</cx:pt>
          <cx:pt idx="148">31-40</cx:pt>
          <cx:pt idx="149">31-40</cx:pt>
          <cx:pt idx="150">31-40</cx:pt>
          <cx:pt idx="151">31-40</cx:pt>
          <cx:pt idx="152">31-40</cx:pt>
          <cx:pt idx="153">31-40</cx:pt>
          <cx:pt idx="154">31-40</cx:pt>
          <cx:pt idx="155">31-40</cx:pt>
          <cx:pt idx="156">31-40</cx:pt>
          <cx:pt idx="157">31-40</cx:pt>
          <cx:pt idx="158">31-40</cx:pt>
          <cx:pt idx="159">31-40</cx:pt>
          <cx:pt idx="160">31-40</cx:pt>
          <cx:pt idx="161">31-40</cx:pt>
          <cx:pt idx="162">31-40</cx:pt>
          <cx:pt idx="163">31-40</cx:pt>
          <cx:pt idx="164">31-40</cx:pt>
          <cx:pt idx="165">31-40</cx:pt>
          <cx:pt idx="166">31-40</cx:pt>
          <cx:pt idx="167">31-40</cx:pt>
          <cx:pt idx="168">31-40</cx:pt>
          <cx:pt idx="169">31-40</cx:pt>
          <cx:pt idx="170">31-40</cx:pt>
          <cx:pt idx="171">31-40</cx:pt>
          <cx:pt idx="172">31-40</cx:pt>
          <cx:pt idx="173">31-40</cx:pt>
          <cx:pt idx="174">41-50</cx:pt>
          <cx:pt idx="175">41-50</cx:pt>
          <cx:pt idx="176">41-50</cx:pt>
          <cx:pt idx="177">41-50</cx:pt>
          <cx:pt idx="178">41-50</cx:pt>
          <cx:pt idx="179">41-50</cx:pt>
          <cx:pt idx="180">41-50</cx:pt>
          <cx:pt idx="181">41-50</cx:pt>
          <cx:pt idx="182">41-50</cx:pt>
          <cx:pt idx="183">41-50</cx:pt>
          <cx:pt idx="184">41-50</cx:pt>
          <cx:pt idx="185">41-50</cx:pt>
          <cx:pt idx="186">41-50</cx:pt>
          <cx:pt idx="187">41-50</cx:pt>
          <cx:pt idx="188">41-50</cx:pt>
          <cx:pt idx="189">41-50</cx:pt>
          <cx:pt idx="190">41-50</cx:pt>
          <cx:pt idx="191">41-50</cx:pt>
          <cx:pt idx="192">41-50</cx:pt>
          <cx:pt idx="193">41-50</cx:pt>
          <cx:pt idx="194">41-50</cx:pt>
          <cx:pt idx="195">41-50</cx:pt>
          <cx:pt idx="196">41-50</cx:pt>
          <cx:pt idx="197">41-50</cx:pt>
          <cx:pt idx="198">41-50</cx:pt>
          <cx:pt idx="199">41-50</cx:pt>
          <cx:pt idx="200">41-50</cx:pt>
          <cx:pt idx="201">41-50</cx:pt>
          <cx:pt idx="202">41-50</cx:pt>
          <cx:pt idx="203">41-50</cx:pt>
          <cx:pt idx="204">41-50</cx:pt>
          <cx:pt idx="205">41-50</cx:pt>
          <cx:pt idx="206">41-50</cx:pt>
          <cx:pt idx="207">41-50</cx:pt>
          <cx:pt idx="208">41-50</cx:pt>
          <cx:pt idx="209">41-50</cx:pt>
          <cx:pt idx="210">41-50</cx:pt>
          <cx:pt idx="211">41-50</cx:pt>
          <cx:pt idx="212">41-50</cx:pt>
          <cx:pt idx="213">41-50</cx:pt>
          <cx:pt idx="214">41-50</cx:pt>
          <cx:pt idx="215">41-50</cx:pt>
          <cx:pt idx="216">41-50</cx:pt>
          <cx:pt idx="217">41-50</cx:pt>
          <cx:pt idx="218">41-50</cx:pt>
          <cx:pt idx="219">41-50</cx:pt>
          <cx:pt idx="220">41-50</cx:pt>
          <cx:pt idx="221">41-50</cx:pt>
          <cx:pt idx="222">41-50</cx:pt>
          <cx:pt idx="223">41-50</cx:pt>
          <cx:pt idx="224">41-50</cx:pt>
          <cx:pt idx="225">41-50</cx:pt>
          <cx:pt idx="226">41-50</cx:pt>
          <cx:pt idx="227">41-50</cx:pt>
          <cx:pt idx="228">41-50</cx:pt>
          <cx:pt idx="229">41-50</cx:pt>
          <cx:pt idx="230">41-50</cx:pt>
          <cx:pt idx="231">41-50</cx:pt>
          <cx:pt idx="232">41-50</cx:pt>
          <cx:pt idx="233">41-50</cx:pt>
          <cx:pt idx="234">41-50</cx:pt>
          <cx:pt idx="235">41-50</cx:pt>
          <cx:pt idx="236">41-50</cx:pt>
          <cx:pt idx="237">41-50</cx:pt>
          <cx:pt idx="238">41-50</cx:pt>
          <cx:pt idx="239">41-50</cx:pt>
          <cx:pt idx="240">41-50</cx:pt>
          <cx:pt idx="241">41-50</cx:pt>
          <cx:pt idx="242">41-50</cx:pt>
          <cx:pt idx="243">41-50</cx:pt>
          <cx:pt idx="244">41-50</cx:pt>
          <cx:pt idx="245">41-50</cx:pt>
          <cx:pt idx="246">41-50</cx:pt>
          <cx:pt idx="247">41-50</cx:pt>
          <cx:pt idx="248">41-50</cx:pt>
          <cx:pt idx="249">41-50</cx:pt>
        </cx:lvl>
      </cx:strDim>
      <cx:numDim type="val">
        <cx:f>Sheet4!$AE$2:$AE$251</cx:f>
        <cx:lvl ptCount="250" formatCode="General">
          <cx:pt idx="0">880</cx:pt>
          <cx:pt idx="1">2994</cx:pt>
          <cx:pt idx="2">511</cx:pt>
          <cx:pt idx="3">1254</cx:pt>
          <cx:pt idx="4">787</cx:pt>
          <cx:pt idx="5">2846</cx:pt>
          <cx:pt idx="6">979</cx:pt>
          <cx:pt idx="7">1517</cx:pt>
          <cx:pt idx="8">1772</cx:pt>
          <cx:pt idx="9">1630</cx:pt>
          <cx:pt idx="10">566</cx:pt>
          <cx:pt idx="11">564</cx:pt>
          <cx:pt idx="12">2716</cx:pt>
          <cx:pt idx="13">2606</cx:pt>
          <cx:pt idx="14">1447</cx:pt>
          <cx:pt idx="15">2352</cx:pt>
          <cx:pt idx="16">867</cx:pt>
          <cx:pt idx="17">2543</cx:pt>
          <cx:pt idx="18">2306</cx:pt>
          <cx:pt idx="19">2516</cx:pt>
          <cx:pt idx="20">564</cx:pt>
          <cx:pt idx="21">1872</cx:pt>
          <cx:pt idx="22">1446</cx:pt>
          <cx:pt idx="23">1743</cx:pt>
          <cx:pt idx="24">1531</cx:pt>
          <cx:pt idx="25">2831</cx:pt>
          <cx:pt idx="26">884</cx:pt>
          <cx:pt idx="27">1359</cx:pt>
          <cx:pt idx="28">1965</cx:pt>
          <cx:pt idx="29">2395</cx:pt>
          <cx:pt idx="30">1716</cx:pt>
          <cx:pt idx="31">2353</cx:pt>
          <cx:pt idx="32">2852</cx:pt>
          <cx:pt idx="33">1401</cx:pt>
          <cx:pt idx="34">1084</cx:pt>
          <cx:pt idx="35">1473</cx:pt>
          <cx:pt idx="36">731</cx:pt>
          <cx:pt idx="37">558</cx:pt>
          <cx:pt idx="38">943</cx:pt>
          <cx:pt idx="39">1771</cx:pt>
          <cx:pt idx="40">661</cx:pt>
          <cx:pt idx="41">761</cx:pt>
          <cx:pt idx="42">691</cx:pt>
          <cx:pt idx="43">2791</cx:pt>
          <cx:pt idx="44">1649</cx:pt>
          <cx:pt idx="45">2194</cx:pt>
          <cx:pt idx="46">675</cx:pt>
          <cx:pt idx="47">1179</cx:pt>
          <cx:pt idx="48">2300</cx:pt>
          <cx:pt idx="49">814</cx:pt>
          <cx:pt idx="50">2490</cx:pt>
          <cx:pt idx="51">1949</cx:pt>
          <cx:pt idx="52">2784</cx:pt>
          <cx:pt idx="53">1071</cx:pt>
          <cx:pt idx="54">1484</cx:pt>
          <cx:pt idx="55">1253</cx:pt>
          <cx:pt idx="56">1108</cx:pt>
          <cx:pt idx="57">707</cx:pt>
          <cx:pt idx="58">1146</cx:pt>
          <cx:pt idx="59">2736</cx:pt>
          <cx:pt idx="60">1676</cx:pt>
          <cx:pt idx="61">1465</cx:pt>
          <cx:pt idx="62">1542</cx:pt>
          <cx:pt idx="63">2584</cx:pt>
          <cx:pt idx="64">1401</cx:pt>
          <cx:pt idx="65">1199</cx:pt>
          <cx:pt idx="66">772</cx:pt>
          <cx:pt idx="67">1076</cx:pt>
          <cx:pt idx="68">1150</cx:pt>
          <cx:pt idx="69">1980</cx:pt>
          <cx:pt idx="70">1120</cx:pt>
          <cx:pt idx="71">1889</cx:pt>
          <cx:pt idx="72">937</cx:pt>
          <cx:pt idx="73">1278</cx:pt>
          <cx:pt idx="74">1773</cx:pt>
          <cx:pt idx="75">2054</cx:pt>
          <cx:pt idx="76">1702</cx:pt>
          <cx:pt idx="77">1700</cx:pt>
          <cx:pt idx="78">1969</cx:pt>
          <cx:pt idx="79">1909</cx:pt>
          <cx:pt idx="80">1709</cx:pt>
          <cx:pt idx="81">1865</cx:pt>
          <cx:pt idx="82">1330</cx:pt>
          <cx:pt idx="83">1440</cx:pt>
          <cx:pt idx="84">923</cx:pt>
          <cx:pt idx="85">2266</cx:pt>
          <cx:pt idx="86">2306</cx:pt>
          <cx:pt idx="87">1997</cx:pt>
          <cx:pt idx="88">1842</cx:pt>
          <cx:pt idx="89">998</cx:pt>
          <cx:pt idx="90">875</cx:pt>
          <cx:pt idx="91">1996</cx:pt>
          <cx:pt idx="92">1503</cx:pt>
          <cx:pt idx="93">2261</cx:pt>
          <cx:pt idx="94">1732</cx:pt>
          <cx:pt idx="95">976</cx:pt>
          <cx:pt idx="96">2378</cx:pt>
          <cx:pt idx="97">1853</cx:pt>
          <cx:pt idx="98">865</cx:pt>
          <cx:pt idx="99">1826</cx:pt>
          <cx:pt idx="100">856</cx:pt>
          <cx:pt idx="101">2124</cx:pt>
          <cx:pt idx="102">1684</cx:pt>
          <cx:pt idx="103">507</cx:pt>
          <cx:pt idx="104">1439</cx:pt>
          <cx:pt idx="105">1512</cx:pt>
          <cx:pt idx="106">568</cx:pt>
          <cx:pt idx="107">2607</cx:pt>
          <cx:pt idx="108">757</cx:pt>
          <cx:pt idx="109">2263</cx:pt>
          <cx:pt idx="110">733</cx:pt>
          <cx:pt idx="111">1106</cx:pt>
          <cx:pt idx="112">1488</cx:pt>
          <cx:pt idx="113">2569</cx:pt>
          <cx:pt idx="114">2995</cx:pt>
          <cx:pt idx="115">2463</cx:pt>
          <cx:pt idx="116">2910</cx:pt>
          <cx:pt idx="117">1320</cx:pt>
          <cx:pt idx="118">1252</cx:pt>
          <cx:pt idx="119">1288</cx:pt>
          <cx:pt idx="120">2842</cx:pt>
          <cx:pt idx="121">994</cx:pt>
          <cx:pt idx="122">2067</cx:pt>
          <cx:pt idx="123">2472</cx:pt>
          <cx:pt idx="124">1764</cx:pt>
          <cx:pt idx="125">1827</cx:pt>
          <cx:pt idx="126">692</cx:pt>
          <cx:pt idx="127">651</cx:pt>
          <cx:pt idx="128">1105</cx:pt>
          <cx:pt idx="129">1501</cx:pt>
          <cx:pt idx="130">1230</cx:pt>
          <cx:pt idx="131">1725</cx:pt>
          <cx:pt idx="132">860</cx:pt>
          <cx:pt idx="133">1495</cx:pt>
          <cx:pt idx="134">2942</cx:pt>
          <cx:pt idx="135">1513</cx:pt>
          <cx:pt idx="136">2902</cx:pt>
          <cx:pt idx="137">2602</cx:pt>
          <cx:pt idx="138">1836</cx:pt>
          <cx:pt idx="139">1117</cx:pt>
          <cx:pt idx="140">1191</cx:pt>
          <cx:pt idx="141">843</cx:pt>
          <cx:pt idx="142">1153</cx:pt>
          <cx:pt idx="143">982</cx:pt>
          <cx:pt idx="144">1869</cx:pt>
          <cx:pt idx="145">854</cx:pt>
          <cx:pt idx="146">1914</cx:pt>
          <cx:pt idx="147">2657</cx:pt>
          <cx:pt idx="148">1557</cx:pt>
          <cx:pt idx="149">1760</cx:pt>
          <cx:pt idx="150">1627</cx:pt>
          <cx:pt idx="151">1196</cx:pt>
          <cx:pt idx="152">1148</cx:pt>
          <cx:pt idx="153">853</cx:pt>
          <cx:pt idx="154">2223</cx:pt>
          <cx:pt idx="155">1031</cx:pt>
          <cx:pt idx="156">1114</cx:pt>
          <cx:pt idx="157">2450</cx:pt>
          <cx:pt idx="158">576</cx:pt>
          <cx:pt idx="159">915</cx:pt>
          <cx:pt idx="160">882</cx:pt>
          <cx:pt idx="161">2193</cx:pt>
          <cx:pt idx="162">2314</cx:pt>
          <cx:pt idx="163">2383</cx:pt>
          <cx:pt idx="164">2610</cx:pt>
          <cx:pt idx="165">1306</cx:pt>
          <cx:pt idx="166">1638</cx:pt>
          <cx:pt idx="167">2763</cx:pt>
          <cx:pt idx="168">1000</cx:pt>
          <cx:pt idx="169">1624</cx:pt>
          <cx:pt idx="170">2040</cx:pt>
          <cx:pt idx="171">2417</cx:pt>
          <cx:pt idx="172">2485</cx:pt>
          <cx:pt idx="173">2186</cx:pt>
          <cx:pt idx="174">2738</cx:pt>
          <cx:pt idx="175">2865</cx:pt>
          <cx:pt idx="176">509</cx:pt>
          <cx:pt idx="177">1339</cx:pt>
          <cx:pt idx="178">2216</cx:pt>
          <cx:pt idx="179">1715</cx:pt>
          <cx:pt idx="180">2578</cx:pt>
          <cx:pt idx="181">1651</cx:pt>
          <cx:pt idx="182">1749</cx:pt>
          <cx:pt idx="183">2602</cx:pt>
          <cx:pt idx="184">1455</cx:pt>
          <cx:pt idx="185">720</cx:pt>
          <cx:pt idx="186">2224</cx:pt>
          <cx:pt idx="187">2779</cx:pt>
          <cx:pt idx="188">504</cx:pt>
          <cx:pt idx="189">1937</cx:pt>
          <cx:pt idx="190">1695</cx:pt>
          <cx:pt idx="191">2493</cx:pt>
          <cx:pt idx="192">1168</cx:pt>
          <cx:pt idx="193">901</cx:pt>
          <cx:pt idx="194">2335</cx:pt>
          <cx:pt idx="195">2209</cx:pt>
          <cx:pt idx="196">925</cx:pt>
          <cx:pt idx="197">1247</cx:pt>
          <cx:pt idx="198">1653</cx:pt>
          <cx:pt idx="199">1202</cx:pt>
          <cx:pt idx="200">1019</cx:pt>
          <cx:pt idx="201">2842</cx:pt>
          <cx:pt idx="202">2197</cx:pt>
          <cx:pt idx="203">1840</cx:pt>
          <cx:pt idx="204">972</cx:pt>
          <cx:pt idx="205">1349</cx:pt>
          <cx:pt idx="206">1242</cx:pt>
          <cx:pt idx="207">1705</cx:pt>
          <cx:pt idx="208">2611</cx:pt>
          <cx:pt idx="209">1940</cx:pt>
          <cx:pt idx="210">2289</cx:pt>
          <cx:pt idx="211">2312</cx:pt>
          <cx:pt idx="212">894</cx:pt>
          <cx:pt idx="213">2552</cx:pt>
          <cx:pt idx="214">840</cx:pt>
          <cx:pt idx="215">2642</cx:pt>
          <cx:pt idx="216">725</cx:pt>
          <cx:pt idx="217">2833</cx:pt>
          <cx:pt idx="218">896</cx:pt>
          <cx:pt idx="219">2742</cx:pt>
          <cx:pt idx="220">2247</cx:pt>
          <cx:pt idx="221">1401</cx:pt>
          <cx:pt idx="222">2599</cx:pt>
          <cx:pt idx="223">1483</cx:pt>
          <cx:pt idx="224">1090</cx:pt>
          <cx:pt idx="225">1174</cx:pt>
          <cx:pt idx="226">2553</cx:pt>
          <cx:pt idx="227">2563</cx:pt>
          <cx:pt idx="228">675</cx:pt>
          <cx:pt idx="229">957</cx:pt>
          <cx:pt idx="230">1884</cx:pt>
          <cx:pt idx="231">2304</cx:pt>
          <cx:pt idx="232">1016</cx:pt>
          <cx:pt idx="233">1042</cx:pt>
          <cx:pt idx="234">1644</cx:pt>
          <cx:pt idx="235">2496</cx:pt>
          <cx:pt idx="236">1990</cx:pt>
          <cx:pt idx="237">806</cx:pt>
          <cx:pt idx="238">688</cx:pt>
          <cx:pt idx="239">2778</cx:pt>
          <cx:pt idx="240">2166</cx:pt>
          <cx:pt idx="241">2614</cx:pt>
          <cx:pt idx="242">1926</cx:pt>
          <cx:pt idx="243">2600</cx:pt>
          <cx:pt idx="244">1931</cx:pt>
          <cx:pt idx="245">1914</cx:pt>
          <cx:pt idx="246">2365</cx:pt>
          <cx:pt idx="247">1832</cx:pt>
          <cx:pt idx="248">507</cx:pt>
          <cx:pt idx="249">2054</cx:pt>
        </cx:lvl>
      </cx:numDim>
    </cx:data>
  </cx:chartData>
  <cx:chart>
    <cx:plotArea>
      <cx:plotAreaRegion>
        <cx:series layoutId="boxWhisker" uniqueId="{EA136D27-9DE8-44EA-B1EA-1AFFBB62B6E6}">
          <cx:tx>
            <cx:txData>
              <cx:f>Sheet4!$AE$1</cx:f>
              <cx:v>Monthly_Entertainment_Spend</cx:v>
            </cx:txData>
          </cx:tx>
          <cx:dataId val="0"/>
          <cx:layoutPr>
            <cx:visibility meanLine="0" meanMarker="0" nonoutliers="0" outliers="1"/>
            <cx:statistics quartileMethod="exclusive"/>
          </cx:layoutPr>
        </cx:series>
      </cx:plotAreaRegion>
      <cx:axis id="0">
        <cx:catScaling gapWidth="1.5"/>
        <cx:tickLabels/>
      </cx:axis>
      <cx:axis id="1">
        <cx:valScaling/>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00">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cs:chartArea>
  <cs:dataLabel>
    <cs:lnRef idx="0"/>
    <cs:fillRef idx="0"/>
    <cs:effectRef idx="0"/>
    <cs:fontRef idx="minor">
      <a:schemeClr val="dk1"/>
    </cs:fontRef>
    <cs:defRPr sz="900"/>
  </cs:dataLabel>
  <cs:dataLabelCallout>
    <cs:lnRef idx="0"/>
    <cs:fillRef idx="0"/>
    <cs:effectRef idx="0"/>
    <cs:fontRef idx="minor">
      <a:schemeClr val="lt1"/>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seriesAxis>
  <cs:seriesLine>
    <cs:lnRef idx="0"/>
    <cs:fillRef idx="0"/>
    <cs:effectRef idx="0"/>
    <cs:fontRef idx="minor">
      <a:schemeClr val="dk1"/>
    </cs:fontRef>
    <cs:spPr>
      <a:ln w="9525" cap="flat">
        <a:solidFill>
          <a:schemeClr val="bg1">
            <a:lumMod val="50000"/>
          </a:schemeClr>
        </a:solidFill>
        <a:round/>
      </a:ln>
    </cs:spPr>
  </cs:seriesLine>
  <cs:title>
    <cs:lnRef idx="0"/>
    <cs:fillRef idx="0"/>
    <cs:effectRef idx="0"/>
    <cs:fontRef idx="minor">
      <a:schemeClr val="dk1">
        <a:lumMod val="75000"/>
        <a:lumOff val="25000"/>
      </a:schemeClr>
    </cs:fontRef>
    <cs:defRPr sz="1800" b="1"/>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defRPr sz="9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cs:chartArea>
  <cs:dataLabel>
    <cs:lnRef idx="0"/>
    <cs:fillRef idx="0"/>
    <cs:effectRef idx="0"/>
    <cs:fontRef idx="minor">
      <a:schemeClr val="dk1"/>
    </cs:fontRef>
    <cs:defRPr sz="900"/>
  </cs:dataLabel>
  <cs:dataLabelCallout>
    <cs:lnRef idx="0"/>
    <cs:fillRef idx="0"/>
    <cs:effectRef idx="0"/>
    <cs:fontRef idx="minor">
      <a:schemeClr val="lt1"/>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seriesAxis>
  <cs:seriesLine>
    <cs:lnRef idx="0"/>
    <cs:fillRef idx="0"/>
    <cs:effectRef idx="0"/>
    <cs:fontRef idx="minor">
      <a:schemeClr val="dk1"/>
    </cs:fontRef>
    <cs:spPr>
      <a:ln w="9525" cap="flat">
        <a:solidFill>
          <a:schemeClr val="bg1">
            <a:lumMod val="50000"/>
          </a:schemeClr>
        </a:solidFill>
        <a:round/>
      </a:ln>
    </cs:spPr>
  </cs:seriesLine>
  <cs:title>
    <cs:lnRef idx="0"/>
    <cs:fillRef idx="0"/>
    <cs:effectRef idx="0"/>
    <cs:fontRef idx="minor">
      <a:schemeClr val="dk1">
        <a:lumMod val="75000"/>
        <a:lumOff val="25000"/>
      </a:schemeClr>
    </cs:fontRef>
    <cs:defRPr sz="1800" b="1"/>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defRPr sz="9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408">
  <cs:axisTitle>
    <cs:lnRef idx="0"/>
    <cs:fillRef idx="0"/>
    <cs:effectRef idx="0"/>
    <cs:fontRef idx="minor">
      <a:schemeClr val="dk1">
        <a:lumMod val="75000"/>
        <a:lumOff val="25000"/>
      </a:schemeClr>
    </cs:fontRef>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cs:chartArea>
  <cs:dataLabel>
    <cs:lnRef idx="0"/>
    <cs:fillRef idx="0"/>
    <cs:effectRef idx="0"/>
    <cs:fontRef idx="minor">
      <a:schemeClr val="dk1"/>
    </cs:fontRef>
    <cs:defRPr sz="900"/>
  </cs:dataLabel>
  <cs:dataLabelCallout>
    <cs:lnRef idx="0"/>
    <cs:fillRef idx="0"/>
    <cs:effectRef idx="0"/>
    <cs:fontRef idx="minor">
      <a:schemeClr val="lt1"/>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solidFill>
      <a:ln>
        <a:solidFill>
          <a:schemeClr val="phClr"/>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seriesAxis>
  <cs:seriesLine>
    <cs:lnRef idx="0"/>
    <cs:fillRef idx="0"/>
    <cs:effectRef idx="0"/>
    <cs:fontRef idx="minor">
      <a:schemeClr val="dk1"/>
    </cs:fontRef>
    <cs:spPr>
      <a:ln w="9525" cap="flat">
        <a:solidFill>
          <a:schemeClr val="bg1">
            <a:lumMod val="50000"/>
          </a:schemeClr>
        </a:solidFill>
        <a:round/>
      </a:ln>
    </cs:spPr>
  </cs:seriesLine>
  <cs:title>
    <cs:lnRef idx="0"/>
    <cs:fillRef idx="0"/>
    <cs:effectRef idx="0"/>
    <cs:fontRef idx="minor">
      <a:schemeClr val="dk1">
        <a:lumMod val="75000"/>
        <a:lumOff val="25000"/>
      </a:schemeClr>
    </cs:fontRef>
    <cs:defRPr sz="1800" b="1"/>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defRPr sz="9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706141C-922A-4633-AE0A-15E65E5B7718}" type="datetimeFigureOut">
              <a:rPr lang="en-US" smtClean="0"/>
              <a:t>12/10/2025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276200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06141C-922A-4633-AE0A-15E65E5B7718}"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1849153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06141C-922A-4633-AE0A-15E65E5B7718}"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2475045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3656662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06141C-922A-4633-AE0A-15E65E5B7718}"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4088041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06141C-922A-4633-AE0A-15E65E5B7718}"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59045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06141C-922A-4633-AE0A-15E65E5B7718}"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3039153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881908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405246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155883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3725316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76369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06141C-922A-4633-AE0A-15E65E5B7718}"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404291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706141C-922A-4633-AE0A-15E65E5B7718}"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4215382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706141C-922A-4633-AE0A-15E65E5B7718}"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2018875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06141C-922A-4633-AE0A-15E65E5B7718}"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119428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06141C-922A-4633-AE0A-15E65E5B7718}"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63BD-B569-4EC4-88D8-4D5CAE67B2D9}" type="slidenum">
              <a:rPr lang="en-US" smtClean="0"/>
              <a:t>‹#›</a:t>
            </a:fld>
            <a:endParaRPr lang="en-US"/>
          </a:p>
        </p:txBody>
      </p:sp>
    </p:spTree>
    <p:extLst>
      <p:ext uri="{BB962C8B-B14F-4D97-AF65-F5344CB8AC3E}">
        <p14:creationId xmlns:p14="http://schemas.microsoft.com/office/powerpoint/2010/main" val="372650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706141C-922A-4633-AE0A-15E65E5B7718}" type="datetimeFigureOut">
              <a:rPr lang="en-US" smtClean="0"/>
              <a:t>12/10/2025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FA763BD-B569-4EC4-88D8-4D5CAE67B2D9}" type="slidenum">
              <a:rPr lang="en-US" smtClean="0"/>
              <a:t>‹#›</a:t>
            </a:fld>
            <a:endParaRPr lang="en-US"/>
          </a:p>
        </p:txBody>
      </p:sp>
    </p:spTree>
    <p:extLst>
      <p:ext uri="{BB962C8B-B14F-4D97-AF65-F5344CB8AC3E}">
        <p14:creationId xmlns:p14="http://schemas.microsoft.com/office/powerpoint/2010/main" val="375535064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4/relationships/chartEx" Target="../charts/chartEx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59B51-AE81-E3F5-E65A-DDE0F30CE947}"/>
              </a:ext>
            </a:extLst>
          </p:cNvPr>
          <p:cNvSpPr>
            <a:spLocks noGrp="1"/>
          </p:cNvSpPr>
          <p:nvPr>
            <p:ph type="title"/>
          </p:nvPr>
        </p:nvSpPr>
        <p:spPr>
          <a:xfrm>
            <a:off x="838200" y="2103437"/>
            <a:ext cx="10515600" cy="1325563"/>
          </a:xfrm>
        </p:spPr>
        <p:txBody>
          <a:bodyPr>
            <a:normAutofit fontScale="90000"/>
          </a:bodyPr>
          <a:lstStyle/>
          <a:p>
            <a:pPr algn="ctr"/>
            <a:r>
              <a:rPr lang="en-US" b="1" dirty="0"/>
              <a:t>CAPSTONE PROJECT – 1</a:t>
            </a:r>
            <a:br>
              <a:rPr lang="en-US" b="1" dirty="0"/>
            </a:br>
            <a:r>
              <a:rPr lang="en-US" b="1" dirty="0"/>
              <a:t> </a:t>
            </a:r>
            <a:br>
              <a:rPr lang="en-US" b="1" dirty="0"/>
            </a:br>
            <a:r>
              <a:rPr lang="en-US" b="1" dirty="0"/>
              <a:t>EXEL</a:t>
            </a:r>
            <a:br>
              <a:rPr lang="en-US" b="1" dirty="0"/>
            </a:br>
            <a:br>
              <a:rPr lang="en-US" b="1" dirty="0"/>
            </a:br>
            <a:r>
              <a:rPr lang="en-US" b="1" dirty="0"/>
              <a:t>ENTARTAINMENT PREFERENCES</a:t>
            </a:r>
          </a:p>
        </p:txBody>
      </p:sp>
      <p:sp>
        <p:nvSpPr>
          <p:cNvPr id="3" name="Content Placeholder 2">
            <a:extLst>
              <a:ext uri="{FF2B5EF4-FFF2-40B4-BE49-F238E27FC236}">
                <a16:creationId xmlns:a16="http://schemas.microsoft.com/office/drawing/2014/main" id="{1C371F2F-97BD-0735-F8AD-CD3BA4302EB9}"/>
              </a:ext>
            </a:extLst>
          </p:cNvPr>
          <p:cNvSpPr>
            <a:spLocks noGrp="1"/>
          </p:cNvSpPr>
          <p:nvPr>
            <p:ph idx="1"/>
          </p:nvPr>
        </p:nvSpPr>
        <p:spPr>
          <a:xfrm>
            <a:off x="7886700" y="4982598"/>
            <a:ext cx="4305300" cy="2003738"/>
          </a:xfrm>
        </p:spPr>
        <p:txBody>
          <a:bodyPr>
            <a:normAutofit/>
          </a:bodyPr>
          <a:lstStyle/>
          <a:p>
            <a:pPr marL="0" indent="0">
              <a:buNone/>
            </a:pPr>
            <a:r>
              <a:rPr lang="en-US" b="1" dirty="0"/>
              <a:t>Done By :</a:t>
            </a:r>
          </a:p>
          <a:p>
            <a:pPr marL="0" indent="0">
              <a:buNone/>
            </a:pPr>
            <a:r>
              <a:rPr lang="en-US" b="1" dirty="0"/>
              <a:t>              Kiruthik. A</a:t>
            </a:r>
          </a:p>
        </p:txBody>
      </p:sp>
    </p:spTree>
    <p:extLst>
      <p:ext uri="{BB962C8B-B14F-4D97-AF65-F5344CB8AC3E}">
        <p14:creationId xmlns:p14="http://schemas.microsoft.com/office/powerpoint/2010/main" val="471418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BDC6FB-2ED0-AAF4-CB8F-04A8DFD393A6}"/>
              </a:ext>
            </a:extLst>
          </p:cNvPr>
          <p:cNvSpPr>
            <a:spLocks noGrp="1"/>
          </p:cNvSpPr>
          <p:nvPr>
            <p:ph type="title"/>
          </p:nvPr>
        </p:nvSpPr>
        <p:spPr/>
        <p:txBody>
          <a:bodyPr/>
          <a:lstStyle/>
          <a:p>
            <a:r>
              <a:rPr lang="en-US" b="1" dirty="0"/>
              <a:t>Introduction</a:t>
            </a:r>
          </a:p>
        </p:txBody>
      </p:sp>
      <p:sp>
        <p:nvSpPr>
          <p:cNvPr id="5" name="Content Placeholder 4">
            <a:extLst>
              <a:ext uri="{FF2B5EF4-FFF2-40B4-BE49-F238E27FC236}">
                <a16:creationId xmlns:a16="http://schemas.microsoft.com/office/drawing/2014/main" id="{62FCF9CF-8D37-5649-09EB-DFF2CCC0919E}"/>
              </a:ext>
            </a:extLst>
          </p:cNvPr>
          <p:cNvSpPr>
            <a:spLocks noGrp="1"/>
          </p:cNvSpPr>
          <p:nvPr>
            <p:ph idx="1"/>
          </p:nvPr>
        </p:nvSpPr>
        <p:spPr/>
        <p:txBody>
          <a:bodyPr>
            <a:normAutofit/>
          </a:bodyPr>
          <a:lstStyle/>
          <a:p>
            <a:r>
              <a:rPr lang="en-US" dirty="0"/>
              <a:t>This project analyzes entertainment preferences among different age groups and genders. The dataset explores how people engage with various forms of entertainment such as movies, music, and streaming platforms. It also examines factors like monthly entertainment spending, streaming hours, and event attendance, providing a clear picture of consumer behavior and trends in the entertainment industry. </a:t>
            </a:r>
          </a:p>
          <a:p>
            <a:endParaRPr lang="en-US" dirty="0"/>
          </a:p>
        </p:txBody>
      </p:sp>
    </p:spTree>
    <p:extLst>
      <p:ext uri="{BB962C8B-B14F-4D97-AF65-F5344CB8AC3E}">
        <p14:creationId xmlns:p14="http://schemas.microsoft.com/office/powerpoint/2010/main" val="2132419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B1AA4-47E9-F71A-1074-E6BF5EC9B35C}"/>
              </a:ext>
            </a:extLst>
          </p:cNvPr>
          <p:cNvSpPr>
            <a:spLocks noGrp="1"/>
          </p:cNvSpPr>
          <p:nvPr>
            <p:ph type="title"/>
          </p:nvPr>
        </p:nvSpPr>
        <p:spPr/>
        <p:txBody>
          <a:bodyPr/>
          <a:lstStyle/>
          <a:p>
            <a:r>
              <a:rPr lang="en-US" b="1" dirty="0"/>
              <a:t>Objective Of The Project</a:t>
            </a:r>
          </a:p>
        </p:txBody>
      </p:sp>
      <p:sp>
        <p:nvSpPr>
          <p:cNvPr id="3" name="Content Placeholder 2">
            <a:extLst>
              <a:ext uri="{FF2B5EF4-FFF2-40B4-BE49-F238E27FC236}">
                <a16:creationId xmlns:a16="http://schemas.microsoft.com/office/drawing/2014/main" id="{DFD79C8E-DF1D-3BAA-6C3A-A88FC7C16725}"/>
              </a:ext>
            </a:extLst>
          </p:cNvPr>
          <p:cNvSpPr>
            <a:spLocks noGrp="1"/>
          </p:cNvSpPr>
          <p:nvPr>
            <p:ph idx="1"/>
          </p:nvPr>
        </p:nvSpPr>
        <p:spPr/>
        <p:txBody>
          <a:bodyPr>
            <a:normAutofit fontScale="92500"/>
          </a:bodyPr>
          <a:lstStyle/>
          <a:p>
            <a:r>
              <a:rPr lang="en-US" dirty="0"/>
              <a:t>To identify the most popular movie and music genres among different age groups.</a:t>
            </a:r>
          </a:p>
          <a:p>
            <a:r>
              <a:rPr lang="en-US" dirty="0"/>
              <a:t> To analyze entertainment spending habits across various demographics.</a:t>
            </a:r>
          </a:p>
          <a:p>
            <a:r>
              <a:rPr lang="en-US" dirty="0"/>
              <a:t> To study streaming platform preferences and usage patterns.</a:t>
            </a:r>
          </a:p>
          <a:p>
            <a:r>
              <a:rPr lang="en-US" dirty="0"/>
              <a:t> To understand how factors like age and gender influence entertainment choices.</a:t>
            </a:r>
          </a:p>
          <a:p>
            <a:r>
              <a:rPr lang="en-US" dirty="0"/>
              <a:t> To provide insights that can help entertainment providers better target their audiences.</a:t>
            </a:r>
          </a:p>
          <a:p>
            <a:endParaRPr lang="en-US" dirty="0"/>
          </a:p>
        </p:txBody>
      </p:sp>
    </p:spTree>
    <p:extLst>
      <p:ext uri="{BB962C8B-B14F-4D97-AF65-F5344CB8AC3E}">
        <p14:creationId xmlns:p14="http://schemas.microsoft.com/office/powerpoint/2010/main" val="1716651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41479-AFD3-10E2-6809-DFE16905F0E5}"/>
              </a:ext>
            </a:extLst>
          </p:cNvPr>
          <p:cNvSpPr>
            <a:spLocks noGrp="1"/>
          </p:cNvSpPr>
          <p:nvPr>
            <p:ph type="title"/>
          </p:nvPr>
        </p:nvSpPr>
        <p:spPr>
          <a:xfrm>
            <a:off x="838200" y="668337"/>
            <a:ext cx="10515600" cy="1325563"/>
          </a:xfrm>
        </p:spPr>
        <p:txBody>
          <a:bodyPr/>
          <a:lstStyle/>
          <a:p>
            <a:r>
              <a:rPr lang="en-US" b="1" dirty="0"/>
              <a:t>Tools and Technologies Used</a:t>
            </a:r>
            <a:br>
              <a:rPr lang="en-US" b="1" dirty="0"/>
            </a:br>
            <a:endParaRPr lang="en-US" dirty="0"/>
          </a:p>
        </p:txBody>
      </p:sp>
      <p:sp>
        <p:nvSpPr>
          <p:cNvPr id="3" name="Content Placeholder 2">
            <a:extLst>
              <a:ext uri="{FF2B5EF4-FFF2-40B4-BE49-F238E27FC236}">
                <a16:creationId xmlns:a16="http://schemas.microsoft.com/office/drawing/2014/main" id="{C52AE788-897A-BEF9-B7EF-9F5E8D2748B6}"/>
              </a:ext>
            </a:extLst>
          </p:cNvPr>
          <p:cNvSpPr>
            <a:spLocks noGrp="1"/>
          </p:cNvSpPr>
          <p:nvPr>
            <p:ph idx="1"/>
          </p:nvPr>
        </p:nvSpPr>
        <p:spPr>
          <a:xfrm>
            <a:off x="838200" y="2197100"/>
            <a:ext cx="10515600" cy="4351338"/>
          </a:xfrm>
        </p:spPr>
        <p:txBody>
          <a:bodyPr/>
          <a:lstStyle/>
          <a:p>
            <a:pPr lvl="0"/>
            <a:r>
              <a:rPr lang="en-US" dirty="0"/>
              <a:t>Microsoft Excel – For data cleaning, analysis, and visualization.</a:t>
            </a:r>
          </a:p>
          <a:p>
            <a:pPr lvl="0"/>
            <a:r>
              <a:rPr lang="en-US" dirty="0"/>
              <a:t>Pivot Tables – To summarize and group data efficiently.</a:t>
            </a:r>
          </a:p>
          <a:p>
            <a:pPr lvl="0"/>
            <a:r>
              <a:rPr lang="en-US" dirty="0"/>
              <a:t>Charts (Bar, Pie, Box Plot, Line) – For trend visualization.</a:t>
            </a:r>
          </a:p>
          <a:p>
            <a:pPr lvl="0"/>
            <a:r>
              <a:rPr lang="en-US" dirty="0"/>
              <a:t>Excel Functions – AVERAGE and CORREL for data computation.</a:t>
            </a:r>
          </a:p>
          <a:p>
            <a:endParaRPr lang="en-US" dirty="0"/>
          </a:p>
        </p:txBody>
      </p:sp>
    </p:spTree>
    <p:extLst>
      <p:ext uri="{BB962C8B-B14F-4D97-AF65-F5344CB8AC3E}">
        <p14:creationId xmlns:p14="http://schemas.microsoft.com/office/powerpoint/2010/main" val="1203223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7F639-185A-4212-C862-B6B4532B0094}"/>
              </a:ext>
            </a:extLst>
          </p:cNvPr>
          <p:cNvSpPr>
            <a:spLocks noGrp="1"/>
          </p:cNvSpPr>
          <p:nvPr>
            <p:ph type="title"/>
          </p:nvPr>
        </p:nvSpPr>
        <p:spPr/>
        <p:txBody>
          <a:bodyPr/>
          <a:lstStyle/>
          <a:p>
            <a:r>
              <a:rPr lang="en-US" b="1" dirty="0"/>
              <a:t>Methodology</a:t>
            </a:r>
            <a:br>
              <a:rPr lang="en-US" b="1" dirty="0"/>
            </a:br>
            <a:endParaRPr lang="en-US" dirty="0"/>
          </a:p>
        </p:txBody>
      </p:sp>
      <p:sp>
        <p:nvSpPr>
          <p:cNvPr id="3" name="Content Placeholder 2">
            <a:extLst>
              <a:ext uri="{FF2B5EF4-FFF2-40B4-BE49-F238E27FC236}">
                <a16:creationId xmlns:a16="http://schemas.microsoft.com/office/drawing/2014/main" id="{E0B1FE10-74F4-47A6-E254-7FEF2252DDD5}"/>
              </a:ext>
            </a:extLst>
          </p:cNvPr>
          <p:cNvSpPr>
            <a:spLocks noGrp="1"/>
          </p:cNvSpPr>
          <p:nvPr>
            <p:ph idx="1"/>
          </p:nvPr>
        </p:nvSpPr>
        <p:spPr/>
        <p:txBody>
          <a:bodyPr>
            <a:normAutofit fontScale="77500" lnSpcReduction="20000"/>
          </a:bodyPr>
          <a:lstStyle/>
          <a:p>
            <a:pPr lvl="0"/>
            <a:r>
              <a:rPr lang="en-US" dirty="0"/>
              <a:t>Data Collection: Survey-based data was collected from 250 participants of various age groups.</a:t>
            </a:r>
          </a:p>
          <a:p>
            <a:pPr lvl="0"/>
            <a:r>
              <a:rPr lang="en-US" dirty="0"/>
              <a:t>Data Cleaning: Removed duplicates, corrected missing values, and categorized users into defined age groups.</a:t>
            </a:r>
          </a:p>
          <a:p>
            <a:pPr lvl="0"/>
            <a:r>
              <a:rPr lang="en-US" dirty="0"/>
              <a:t>Data Analysis: Used Excel formulas AVERAGE and Pivot Tables to summarize and compare patterns.</a:t>
            </a:r>
          </a:p>
          <a:p>
            <a:pPr lvl="0"/>
            <a:r>
              <a:rPr lang="en-US" dirty="0"/>
              <a:t>Visualization: Created bar charts, pie charts, Line chart and box plots to visually represent relationships and trends.</a:t>
            </a:r>
          </a:p>
          <a:p>
            <a:pPr lvl="0"/>
            <a:r>
              <a:rPr lang="en-US" dirty="0"/>
              <a:t>Interpretation: Derived meaningful insights from charts and pivot summaries to support conclusions.</a:t>
            </a:r>
          </a:p>
          <a:p>
            <a:endParaRPr lang="en-US" dirty="0"/>
          </a:p>
        </p:txBody>
      </p:sp>
    </p:spTree>
    <p:extLst>
      <p:ext uri="{BB962C8B-B14F-4D97-AF65-F5344CB8AC3E}">
        <p14:creationId xmlns:p14="http://schemas.microsoft.com/office/powerpoint/2010/main" val="132702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07675-87EF-C1B2-4345-20D4901F09D6}"/>
              </a:ext>
            </a:extLst>
          </p:cNvPr>
          <p:cNvSpPr>
            <a:spLocks noGrp="1"/>
          </p:cNvSpPr>
          <p:nvPr>
            <p:ph type="title"/>
          </p:nvPr>
        </p:nvSpPr>
        <p:spPr>
          <a:xfrm>
            <a:off x="1141415" y="440718"/>
            <a:ext cx="9905998" cy="1478570"/>
          </a:xfrm>
        </p:spPr>
        <p:txBody>
          <a:bodyPr>
            <a:normAutofit/>
          </a:bodyPr>
          <a:lstStyle/>
          <a:p>
            <a:r>
              <a:rPr lang="en-US" sz="3200" b="1" dirty="0"/>
              <a:t>Business Requirements:</a:t>
            </a:r>
            <a:br>
              <a:rPr lang="en-US" sz="3200" b="1" dirty="0"/>
            </a:br>
            <a:r>
              <a:rPr lang="en-US" sz="2800" b="1" dirty="0"/>
              <a:t>                 </a:t>
            </a:r>
            <a:br>
              <a:rPr lang="en-US" sz="2800" b="1" dirty="0"/>
            </a:br>
            <a:r>
              <a:rPr lang="en-US" sz="2800" b="1" dirty="0"/>
              <a:t>                Age group And Their Entertainment Behavior </a:t>
            </a:r>
          </a:p>
        </p:txBody>
      </p:sp>
      <p:graphicFrame>
        <p:nvGraphicFramePr>
          <p:cNvPr id="4" name="Content Placeholder 3">
            <a:extLst>
              <a:ext uri="{FF2B5EF4-FFF2-40B4-BE49-F238E27FC236}">
                <a16:creationId xmlns:a16="http://schemas.microsoft.com/office/drawing/2014/main" id="{A04C05C3-94A6-7765-D379-EE7D67CB4967}"/>
              </a:ext>
            </a:extLst>
          </p:cNvPr>
          <p:cNvGraphicFramePr>
            <a:graphicFrameLocks noGrp="1"/>
          </p:cNvGraphicFramePr>
          <p:nvPr>
            <p:ph idx="1"/>
          </p:nvPr>
        </p:nvGraphicFramePr>
        <p:xfrm>
          <a:off x="1141413" y="2249488"/>
          <a:ext cx="9906000" cy="354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5049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585D-B50E-D58C-28AA-D068E93E06B5}"/>
              </a:ext>
            </a:extLst>
          </p:cNvPr>
          <p:cNvSpPr>
            <a:spLocks noGrp="1"/>
          </p:cNvSpPr>
          <p:nvPr>
            <p:ph type="title"/>
          </p:nvPr>
        </p:nvSpPr>
        <p:spPr/>
        <p:txBody>
          <a:bodyPr>
            <a:normAutofit/>
          </a:bodyPr>
          <a:lstStyle/>
          <a:p>
            <a:r>
              <a:rPr lang="en-US" sz="2800" b="1" dirty="0"/>
              <a:t>Gender And Their Favorite Movie Genre</a:t>
            </a:r>
            <a:br>
              <a:rPr lang="en-US" sz="2800" b="1" dirty="0"/>
            </a:br>
            <a:r>
              <a:rPr lang="en-US" sz="2800" b="1" dirty="0"/>
              <a:t>                                               </a:t>
            </a:r>
            <a:endParaRPr lang="en-US" b="1" dirty="0"/>
          </a:p>
        </p:txBody>
      </p:sp>
      <p:graphicFrame>
        <p:nvGraphicFramePr>
          <p:cNvPr id="4" name="Content Placeholder 3">
            <a:extLst>
              <a:ext uri="{FF2B5EF4-FFF2-40B4-BE49-F238E27FC236}">
                <a16:creationId xmlns:a16="http://schemas.microsoft.com/office/drawing/2014/main" id="{8830DA6E-CD08-CD76-CE57-989EFA45EC9F}"/>
              </a:ext>
            </a:extLst>
          </p:cNvPr>
          <p:cNvGraphicFramePr>
            <a:graphicFrameLocks noGrp="1"/>
          </p:cNvGraphicFramePr>
          <p:nvPr>
            <p:ph idx="1"/>
          </p:nvPr>
        </p:nvGraphicFramePr>
        <p:xfrm>
          <a:off x="1141413" y="2249488"/>
          <a:ext cx="9906000" cy="354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62019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721E1-0C4F-C588-2662-E08EF9698B6C}"/>
              </a:ext>
            </a:extLst>
          </p:cNvPr>
          <p:cNvSpPr>
            <a:spLocks noGrp="1"/>
          </p:cNvSpPr>
          <p:nvPr>
            <p:ph type="title"/>
          </p:nvPr>
        </p:nvSpPr>
        <p:spPr/>
        <p:txBody>
          <a:bodyPr>
            <a:normAutofit/>
          </a:bodyPr>
          <a:lstStyle/>
          <a:p>
            <a:r>
              <a:rPr lang="en-US" sz="3200" dirty="0"/>
              <a:t>       </a:t>
            </a:r>
            <a:r>
              <a:rPr lang="en-US" sz="3200" b="1" dirty="0"/>
              <a:t>Average Monthly Requirement Spent By </a:t>
            </a:r>
            <a:br>
              <a:rPr lang="en-US" sz="3200" b="1" dirty="0"/>
            </a:br>
            <a:r>
              <a:rPr lang="en-US" sz="3200" b="1" dirty="0"/>
              <a:t>                             Age Group</a:t>
            </a:r>
            <a:br>
              <a:rPr lang="en-US" sz="3200" b="1" dirty="0"/>
            </a:br>
            <a:endParaRPr lang="en-US" sz="3200" b="1" dirty="0"/>
          </a:p>
        </p:txBody>
      </p:sp>
      <p:graphicFrame>
        <p:nvGraphicFramePr>
          <p:cNvPr id="4" name="Content Placeholder 3">
            <a:extLst>
              <a:ext uri="{FF2B5EF4-FFF2-40B4-BE49-F238E27FC236}">
                <a16:creationId xmlns:a16="http://schemas.microsoft.com/office/drawing/2014/main" id="{0515DCB0-3956-FFCE-30F6-45811A1D2D91}"/>
              </a:ext>
            </a:extLst>
          </p:cNvPr>
          <p:cNvGraphicFramePr>
            <a:graphicFrameLocks noGrp="1"/>
          </p:cNvGraphicFramePr>
          <p:nvPr>
            <p:ph idx="1"/>
          </p:nvPr>
        </p:nvGraphicFramePr>
        <p:xfrm>
          <a:off x="1141413" y="2249488"/>
          <a:ext cx="9906000" cy="354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05316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81A78-5F6E-24C5-5992-3F948294BF67}"/>
              </a:ext>
            </a:extLst>
          </p:cNvPr>
          <p:cNvSpPr>
            <a:spLocks noGrp="1"/>
          </p:cNvSpPr>
          <p:nvPr>
            <p:ph type="title"/>
          </p:nvPr>
        </p:nvSpPr>
        <p:spPr/>
        <p:txBody>
          <a:bodyPr>
            <a:normAutofit/>
          </a:bodyPr>
          <a:lstStyle/>
          <a:p>
            <a:r>
              <a:rPr lang="en-US" sz="3600" dirty="0"/>
              <a:t>Descriptive Statistics</a:t>
            </a:r>
          </a:p>
        </p:txBody>
      </p:sp>
      <p:graphicFrame>
        <p:nvGraphicFramePr>
          <p:cNvPr id="4" name="Content Placeholder 3">
            <a:extLst>
              <a:ext uri="{FF2B5EF4-FFF2-40B4-BE49-F238E27FC236}">
                <a16:creationId xmlns:a16="http://schemas.microsoft.com/office/drawing/2014/main" id="{08BAC730-9BE5-EC75-EA5A-FC1FEAFE2F28}"/>
              </a:ext>
            </a:extLst>
          </p:cNvPr>
          <p:cNvGraphicFramePr>
            <a:graphicFrameLocks noGrp="1"/>
          </p:cNvGraphicFramePr>
          <p:nvPr>
            <p:ph idx="1"/>
            <p:extLst>
              <p:ext uri="{D42A27DB-BD31-4B8C-83A1-F6EECF244321}">
                <p14:modId xmlns:p14="http://schemas.microsoft.com/office/powerpoint/2010/main" val="3986138238"/>
              </p:ext>
            </p:extLst>
          </p:nvPr>
        </p:nvGraphicFramePr>
        <p:xfrm>
          <a:off x="836611" y="2035176"/>
          <a:ext cx="10515601" cy="3886194"/>
        </p:xfrm>
        <a:graphic>
          <a:graphicData uri="http://schemas.openxmlformats.org/drawingml/2006/table">
            <a:tbl>
              <a:tblPr>
                <a:tableStyleId>{5C22544A-7EE6-4342-B048-85BDC9FD1C3A}</a:tableStyleId>
              </a:tblPr>
              <a:tblGrid>
                <a:gridCol w="1833682">
                  <a:extLst>
                    <a:ext uri="{9D8B030D-6E8A-4147-A177-3AD203B41FA5}">
                      <a16:colId xmlns:a16="http://schemas.microsoft.com/office/drawing/2014/main" val="973546421"/>
                    </a:ext>
                  </a:extLst>
                </a:gridCol>
                <a:gridCol w="2918921">
                  <a:extLst>
                    <a:ext uri="{9D8B030D-6E8A-4147-A177-3AD203B41FA5}">
                      <a16:colId xmlns:a16="http://schemas.microsoft.com/office/drawing/2014/main" val="220005959"/>
                    </a:ext>
                  </a:extLst>
                </a:gridCol>
                <a:gridCol w="2881499">
                  <a:extLst>
                    <a:ext uri="{9D8B030D-6E8A-4147-A177-3AD203B41FA5}">
                      <a16:colId xmlns:a16="http://schemas.microsoft.com/office/drawing/2014/main" val="1954665583"/>
                    </a:ext>
                  </a:extLst>
                </a:gridCol>
                <a:gridCol w="2881499">
                  <a:extLst>
                    <a:ext uri="{9D8B030D-6E8A-4147-A177-3AD203B41FA5}">
                      <a16:colId xmlns:a16="http://schemas.microsoft.com/office/drawing/2014/main" val="2045718185"/>
                    </a:ext>
                  </a:extLst>
                </a:gridCol>
              </a:tblGrid>
              <a:tr h="298938">
                <a:tc>
                  <a:txBody>
                    <a:bodyPr/>
                    <a:lstStyle/>
                    <a:p>
                      <a:pPr algn="l" fontAlgn="b">
                        <a:buNone/>
                      </a:pPr>
                      <a:r>
                        <a:rPr lang="en-US" sz="1100" b="1" u="none" strike="noStrike" dirty="0">
                          <a:effectLst/>
                        </a:rPr>
                        <a:t>Column1</a:t>
                      </a:r>
                      <a:endParaRPr lang="en-US" sz="1100" b="1" i="0" u="none" strike="noStrike" dirty="0">
                        <a:solidFill>
                          <a:srgbClr val="FFFFFF"/>
                        </a:solidFill>
                        <a:effectLst/>
                        <a:latin typeface="Aptos Narrow" panose="020B0004020202020204" pitchFamily="34" charset="0"/>
                      </a:endParaRPr>
                    </a:p>
                  </a:txBody>
                  <a:tcPr marL="9525" marR="9525" marT="9525" marB="0" anchor="b"/>
                </a:tc>
                <a:tc>
                  <a:txBody>
                    <a:bodyPr/>
                    <a:lstStyle/>
                    <a:p>
                      <a:pPr algn="l" fontAlgn="b">
                        <a:buNone/>
                      </a:pPr>
                      <a:r>
                        <a:rPr lang="en-US" sz="1100" b="1" u="none" strike="noStrike" dirty="0">
                          <a:effectLst/>
                        </a:rPr>
                        <a:t>Streaming_Hours_per_Week</a:t>
                      </a:r>
                      <a:endParaRPr lang="en-US" sz="1100" b="1" i="0" u="none" strike="noStrike" dirty="0">
                        <a:solidFill>
                          <a:srgbClr val="FFFFFF"/>
                        </a:solidFill>
                        <a:effectLst/>
                        <a:latin typeface="Aptos Narrow" panose="020B0004020202020204" pitchFamily="34" charset="0"/>
                      </a:endParaRPr>
                    </a:p>
                  </a:txBody>
                  <a:tcPr marL="9525" marR="9525" marT="9525" marB="0" anchor="b"/>
                </a:tc>
                <a:tc>
                  <a:txBody>
                    <a:bodyPr/>
                    <a:lstStyle/>
                    <a:p>
                      <a:pPr algn="l" fontAlgn="b">
                        <a:buNone/>
                      </a:pPr>
                      <a:r>
                        <a:rPr lang="en-US" sz="1100" b="1" u="none" strike="noStrike">
                          <a:effectLst/>
                        </a:rPr>
                        <a:t>Monthly_Entertainment_Spend</a:t>
                      </a:r>
                      <a:endParaRPr lang="en-US" sz="1100" b="1" i="0" u="none" strike="noStrike">
                        <a:solidFill>
                          <a:srgbClr val="FFFFFF"/>
                        </a:solidFill>
                        <a:effectLst/>
                        <a:latin typeface="Aptos Narrow" panose="020B0004020202020204" pitchFamily="34" charset="0"/>
                      </a:endParaRPr>
                    </a:p>
                  </a:txBody>
                  <a:tcPr marL="9525" marR="9525" marT="9525" marB="0" anchor="b"/>
                </a:tc>
                <a:tc>
                  <a:txBody>
                    <a:bodyPr/>
                    <a:lstStyle/>
                    <a:p>
                      <a:pPr algn="l" fontAlgn="b">
                        <a:buNone/>
                      </a:pPr>
                      <a:r>
                        <a:rPr lang="en-US" sz="1100" b="1" u="none" strike="noStrike" dirty="0">
                          <a:effectLst/>
                        </a:rPr>
                        <a:t>Event_Attendance_per_Year</a:t>
                      </a:r>
                      <a:endParaRPr lang="en-US" sz="1100" b="1" i="0" u="none" strike="noStrike" dirty="0">
                        <a:solidFill>
                          <a:srgbClr val="FFFFF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18877822"/>
                  </a:ext>
                </a:extLst>
              </a:tr>
              <a:tr h="298938">
                <a:tc>
                  <a:txBody>
                    <a:bodyPr/>
                    <a:lstStyle/>
                    <a:p>
                      <a:pPr algn="l" fontAlgn="b">
                        <a:buNone/>
                      </a:pPr>
                      <a:r>
                        <a:rPr lang="en-US" sz="1100" b="1" u="none" strike="noStrike" dirty="0">
                          <a:effectLst/>
                        </a:rPr>
                        <a:t>Mean</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17.78</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1668.67</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5.12</a:t>
                      </a:r>
                      <a:endParaRPr lang="en-US"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18872943"/>
                  </a:ext>
                </a:extLst>
              </a:tr>
              <a:tr h="298938">
                <a:tc>
                  <a:txBody>
                    <a:bodyPr/>
                    <a:lstStyle/>
                    <a:p>
                      <a:pPr algn="l" fontAlgn="b">
                        <a:buNone/>
                      </a:pPr>
                      <a:r>
                        <a:rPr lang="en-US" sz="1100" b="1" u="none" strike="noStrike" dirty="0">
                          <a:effectLst/>
                        </a:rPr>
                        <a:t>median</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18.00</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1652.00</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5.00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52998829"/>
                  </a:ext>
                </a:extLst>
              </a:tr>
              <a:tr h="298938">
                <a:tc>
                  <a:txBody>
                    <a:bodyPr/>
                    <a:lstStyle/>
                    <a:p>
                      <a:pPr algn="l" fontAlgn="b">
                        <a:buNone/>
                      </a:pPr>
                      <a:r>
                        <a:rPr lang="en-US" sz="1100" b="1" u="none" strike="noStrike" dirty="0">
                          <a:effectLst/>
                        </a:rPr>
                        <a:t>Mode</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29.00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1401.00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10.00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50550072"/>
                  </a:ext>
                </a:extLst>
              </a:tr>
              <a:tr h="298938">
                <a:tc>
                  <a:txBody>
                    <a:bodyPr/>
                    <a:lstStyle/>
                    <a:p>
                      <a:pPr algn="l" fontAlgn="b">
                        <a:buNone/>
                      </a:pPr>
                      <a:r>
                        <a:rPr lang="en-US" sz="1100" b="1" u="none" strike="noStrike" dirty="0">
                          <a:effectLst/>
                        </a:rPr>
                        <a:t>Range</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25.00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2491.00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10.00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66806835"/>
                  </a:ext>
                </a:extLst>
              </a:tr>
              <a:tr h="298938">
                <a:tc>
                  <a:txBody>
                    <a:bodyPr/>
                    <a:lstStyle/>
                    <a:p>
                      <a:pPr algn="l" fontAlgn="b">
                        <a:buNone/>
                      </a:pPr>
                      <a:r>
                        <a:rPr lang="en-US" sz="1100" b="1" u="none" strike="noStrike" dirty="0">
                          <a:effectLst/>
                        </a:rPr>
                        <a:t>Variance</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61.16</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476691.19</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11.08</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10479136"/>
                  </a:ext>
                </a:extLst>
              </a:tr>
              <a:tr h="298938">
                <a:tc>
                  <a:txBody>
                    <a:bodyPr/>
                    <a:lstStyle/>
                    <a:p>
                      <a:pPr algn="l" fontAlgn="b">
                        <a:buNone/>
                      </a:pPr>
                      <a:r>
                        <a:rPr lang="en-US" sz="1100" b="1" u="none" strike="noStrike">
                          <a:effectLst/>
                        </a:rPr>
                        <a:t>Standard Deviation</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7.82</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690.43</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3.33</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30527630"/>
                  </a:ext>
                </a:extLst>
              </a:tr>
              <a:tr h="298938">
                <a:tc>
                  <a:txBody>
                    <a:bodyPr/>
                    <a:lstStyle/>
                    <a:p>
                      <a:pPr algn="l" fontAlgn="b">
                        <a:buNone/>
                      </a:pPr>
                      <a:r>
                        <a:rPr lang="en-US" sz="1100" b="1" u="none" strike="noStrike">
                          <a:effectLst/>
                        </a:rPr>
                        <a:t>Q1</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11.00</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1078.00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2.00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59257807"/>
                  </a:ext>
                </a:extLst>
              </a:tr>
              <a:tr h="298938">
                <a:tc>
                  <a:txBody>
                    <a:bodyPr/>
                    <a:lstStyle/>
                    <a:p>
                      <a:pPr algn="l" fontAlgn="b">
                        <a:buNone/>
                      </a:pPr>
                      <a:r>
                        <a:rPr lang="en-US" sz="1100" b="1" u="none" strike="noStrike">
                          <a:effectLst/>
                        </a:rPr>
                        <a:t>Q3</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25.00</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2265.25</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8.00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86869387"/>
                  </a:ext>
                </a:extLst>
              </a:tr>
              <a:tr h="298938">
                <a:tc>
                  <a:txBody>
                    <a:bodyPr/>
                    <a:lstStyle/>
                    <a:p>
                      <a:pPr algn="l" fontAlgn="b">
                        <a:buNone/>
                      </a:pPr>
                      <a:r>
                        <a:rPr lang="en-US" sz="1100" b="1" u="none" strike="noStrike">
                          <a:effectLst/>
                        </a:rPr>
                        <a:t>IQR</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14.00</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1187.25</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6.00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79502405"/>
                  </a:ext>
                </a:extLst>
              </a:tr>
              <a:tr h="298938">
                <a:tc>
                  <a:txBody>
                    <a:bodyPr/>
                    <a:lstStyle/>
                    <a:p>
                      <a:pPr algn="l" fontAlgn="b">
                        <a:buNone/>
                      </a:pPr>
                      <a:r>
                        <a:rPr lang="en-US" sz="1100" b="1" u="none" strike="noStrike">
                          <a:effectLst/>
                        </a:rPr>
                        <a:t>Lower Fence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-10.00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-702.88</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-7.00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06664491"/>
                  </a:ext>
                </a:extLst>
              </a:tr>
              <a:tr h="298938">
                <a:tc>
                  <a:txBody>
                    <a:bodyPr/>
                    <a:lstStyle/>
                    <a:p>
                      <a:pPr algn="l" fontAlgn="b">
                        <a:buNone/>
                      </a:pPr>
                      <a:r>
                        <a:rPr lang="en-US" sz="1100" b="1" u="none" strike="noStrike">
                          <a:effectLst/>
                        </a:rPr>
                        <a:t>Upper Fence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12.50</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1079.50</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3.50</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58659980"/>
                  </a:ext>
                </a:extLst>
              </a:tr>
              <a:tr h="298938">
                <a:tc>
                  <a:txBody>
                    <a:bodyPr/>
                    <a:lstStyle/>
                    <a:p>
                      <a:pPr algn="l" fontAlgn="b">
                        <a:buNone/>
                      </a:pPr>
                      <a:r>
                        <a:rPr lang="en-US" sz="1100" b="1" u="none" strike="noStrike">
                          <a:effectLst/>
                        </a:rPr>
                        <a:t>Correlation</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a:effectLst/>
                        </a:rPr>
                        <a:t>0.08</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-0.02</a:t>
                      </a:r>
                      <a:endParaRPr lang="en-US"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1" u="none" strike="noStrike" dirty="0">
                          <a:effectLst/>
                        </a:rPr>
                        <a:t>0.05</a:t>
                      </a:r>
                      <a:endParaRPr lang="en-US"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86073183"/>
                  </a:ext>
                </a:extLst>
              </a:tr>
            </a:tbl>
          </a:graphicData>
        </a:graphic>
      </p:graphicFrame>
    </p:spTree>
    <p:extLst>
      <p:ext uri="{BB962C8B-B14F-4D97-AF65-F5344CB8AC3E}">
        <p14:creationId xmlns:p14="http://schemas.microsoft.com/office/powerpoint/2010/main" val="3519502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253AF-8216-BD72-AA20-6FD9B890BA83}"/>
              </a:ext>
            </a:extLst>
          </p:cNvPr>
          <p:cNvSpPr>
            <a:spLocks noGrp="1"/>
          </p:cNvSpPr>
          <p:nvPr>
            <p:ph type="title"/>
          </p:nvPr>
        </p:nvSpPr>
        <p:spPr/>
        <p:txBody>
          <a:bodyPr>
            <a:normAutofit/>
          </a:bodyPr>
          <a:lstStyle/>
          <a:p>
            <a:r>
              <a:rPr lang="en-US" sz="3200" b="1" dirty="0"/>
              <a:t>Monthly Entertainment By Gender</a:t>
            </a:r>
          </a:p>
        </p:txBody>
      </p:sp>
      <mc:AlternateContent xmlns:mc="http://schemas.openxmlformats.org/markup-compatibility/2006" xmlns:cx1="http://schemas.microsoft.com/office/drawing/2015/9/8/chartex">
        <mc:Choice Requires="cx1">
          <p:graphicFrame>
            <p:nvGraphicFramePr>
              <p:cNvPr id="4" name="Content Placeholder 3">
                <a:extLst>
                  <a:ext uri="{FF2B5EF4-FFF2-40B4-BE49-F238E27FC236}">
                    <a16:creationId xmlns:a16="http://schemas.microsoft.com/office/drawing/2014/main" id="{8263887A-EFA0-44CB-AE58-512586D644C5}"/>
                  </a:ext>
                </a:extLst>
              </p:cNvPr>
              <p:cNvGraphicFramePr>
                <a:graphicFrameLocks noGrp="1"/>
              </p:cNvGraphicFramePr>
              <p:nvPr>
                <p:ph idx="1"/>
                <p:extLst>
                  <p:ext uri="{D42A27DB-BD31-4B8C-83A1-F6EECF244321}">
                    <p14:modId xmlns:p14="http://schemas.microsoft.com/office/powerpoint/2010/main" val="1912036572"/>
                  </p:ext>
                </p:extLst>
              </p:nvPr>
            </p:nvGraphicFramePr>
            <p:xfrm>
              <a:off x="1141413" y="2249488"/>
              <a:ext cx="9906000" cy="35417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8263887A-EFA0-44CB-AE58-512586D644C5}"/>
                  </a:ext>
                </a:extLst>
              </p:cNvPr>
              <p:cNvPicPr>
                <a:picLocks noGrp="1" noRot="1" noChangeAspect="1" noMove="1" noResize="1" noEditPoints="1" noAdjustHandles="1" noChangeArrowheads="1" noChangeShapeType="1"/>
              </p:cNvPicPr>
              <p:nvPr/>
            </p:nvPicPr>
            <p:blipFill>
              <a:blip r:embed="rId3"/>
              <a:stretch>
                <a:fillRect/>
              </a:stretch>
            </p:blipFill>
            <p:spPr>
              <a:xfrm>
                <a:off x="1141413" y="2249488"/>
                <a:ext cx="9906000" cy="3541712"/>
              </a:xfrm>
              <a:prstGeom prst="rect">
                <a:avLst/>
              </a:prstGeom>
            </p:spPr>
          </p:pic>
        </mc:Fallback>
      </mc:AlternateContent>
    </p:spTree>
    <p:extLst>
      <p:ext uri="{BB962C8B-B14F-4D97-AF65-F5344CB8AC3E}">
        <p14:creationId xmlns:p14="http://schemas.microsoft.com/office/powerpoint/2010/main" val="222678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F77B1-109C-1323-0C68-910A092A2E5A}"/>
              </a:ext>
            </a:extLst>
          </p:cNvPr>
          <p:cNvSpPr>
            <a:spLocks noGrp="1"/>
          </p:cNvSpPr>
          <p:nvPr>
            <p:ph type="title"/>
          </p:nvPr>
        </p:nvSpPr>
        <p:spPr/>
        <p:txBody>
          <a:bodyPr>
            <a:normAutofit/>
          </a:bodyPr>
          <a:lstStyle/>
          <a:p>
            <a:r>
              <a:rPr lang="en-US" sz="3600" b="1" dirty="0"/>
              <a:t>Streaming Hours Per Week By Age Group</a:t>
            </a:r>
          </a:p>
        </p:txBody>
      </p:sp>
      <mc:AlternateContent xmlns:mc="http://schemas.openxmlformats.org/markup-compatibility/2006" xmlns:cx1="http://schemas.microsoft.com/office/drawing/2015/9/8/chartex">
        <mc:Choice Requires="cx1">
          <p:graphicFrame>
            <p:nvGraphicFramePr>
              <p:cNvPr id="4" name="Content Placeholder 3">
                <a:extLst>
                  <a:ext uri="{FF2B5EF4-FFF2-40B4-BE49-F238E27FC236}">
                    <a16:creationId xmlns:a16="http://schemas.microsoft.com/office/drawing/2014/main" id="{BB25C44A-3F5B-494F-968D-736F47098D4A}"/>
                  </a:ext>
                </a:extLst>
              </p:cNvPr>
              <p:cNvGraphicFramePr>
                <a:graphicFrameLocks noGrp="1"/>
              </p:cNvGraphicFramePr>
              <p:nvPr>
                <p:ph idx="1"/>
                <p:extLst>
                  <p:ext uri="{D42A27DB-BD31-4B8C-83A1-F6EECF244321}">
                    <p14:modId xmlns:p14="http://schemas.microsoft.com/office/powerpoint/2010/main" val="3730841074"/>
                  </p:ext>
                </p:extLst>
              </p:nvPr>
            </p:nvGraphicFramePr>
            <p:xfrm>
              <a:off x="1141413" y="2249488"/>
              <a:ext cx="9906000" cy="35417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BB25C44A-3F5B-494F-968D-736F47098D4A}"/>
                  </a:ext>
                </a:extLst>
              </p:cNvPr>
              <p:cNvPicPr>
                <a:picLocks noGrp="1" noRot="1" noChangeAspect="1" noMove="1" noResize="1" noEditPoints="1" noAdjustHandles="1" noChangeArrowheads="1" noChangeShapeType="1"/>
              </p:cNvPicPr>
              <p:nvPr/>
            </p:nvPicPr>
            <p:blipFill>
              <a:blip r:embed="rId3"/>
              <a:stretch>
                <a:fillRect/>
              </a:stretch>
            </p:blipFill>
            <p:spPr>
              <a:xfrm>
                <a:off x="1141413" y="2249488"/>
                <a:ext cx="9906000" cy="3541712"/>
              </a:xfrm>
              <a:prstGeom prst="rect">
                <a:avLst/>
              </a:prstGeom>
            </p:spPr>
          </p:pic>
        </mc:Fallback>
      </mc:AlternateContent>
    </p:spTree>
    <p:extLst>
      <p:ext uri="{BB962C8B-B14F-4D97-AF65-F5344CB8AC3E}">
        <p14:creationId xmlns:p14="http://schemas.microsoft.com/office/powerpoint/2010/main" val="2627012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3C4C-B263-6045-4F12-AE0561656CF9}"/>
              </a:ext>
            </a:extLst>
          </p:cNvPr>
          <p:cNvSpPr>
            <a:spLocks noGrp="1"/>
          </p:cNvSpPr>
          <p:nvPr>
            <p:ph type="title"/>
          </p:nvPr>
        </p:nvSpPr>
        <p:spPr/>
        <p:txBody>
          <a:bodyPr/>
          <a:lstStyle/>
          <a:p>
            <a:r>
              <a:rPr lang="en-US" dirty="0"/>
              <a:t>Monthly entertainment by age group</a:t>
            </a:r>
          </a:p>
        </p:txBody>
      </p:sp>
      <mc:AlternateContent xmlns:mc="http://schemas.openxmlformats.org/markup-compatibility/2006" xmlns:cx1="http://schemas.microsoft.com/office/drawing/2015/9/8/chartex">
        <mc:Choice Requires="cx1">
          <p:graphicFrame>
            <p:nvGraphicFramePr>
              <p:cNvPr id="4" name="Content Placeholder 3">
                <a:extLst>
                  <a:ext uri="{FF2B5EF4-FFF2-40B4-BE49-F238E27FC236}">
                    <a16:creationId xmlns:a16="http://schemas.microsoft.com/office/drawing/2014/main" id="{923D758B-7371-426D-A065-1F9513F5C551}"/>
                  </a:ext>
                </a:extLst>
              </p:cNvPr>
              <p:cNvGraphicFramePr>
                <a:graphicFrameLocks noGrp="1"/>
              </p:cNvGraphicFramePr>
              <p:nvPr>
                <p:ph idx="1"/>
                <p:extLst>
                  <p:ext uri="{D42A27DB-BD31-4B8C-83A1-F6EECF244321}">
                    <p14:modId xmlns:p14="http://schemas.microsoft.com/office/powerpoint/2010/main" val="3540364486"/>
                  </p:ext>
                </p:extLst>
              </p:nvPr>
            </p:nvGraphicFramePr>
            <p:xfrm>
              <a:off x="1141413" y="2249488"/>
              <a:ext cx="9906000" cy="35417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923D758B-7371-426D-A065-1F9513F5C551}"/>
                  </a:ext>
                </a:extLst>
              </p:cNvPr>
              <p:cNvPicPr>
                <a:picLocks noGrp="1" noRot="1" noChangeAspect="1" noMove="1" noResize="1" noEditPoints="1" noAdjustHandles="1" noChangeArrowheads="1" noChangeShapeType="1"/>
              </p:cNvPicPr>
              <p:nvPr/>
            </p:nvPicPr>
            <p:blipFill>
              <a:blip r:embed="rId3"/>
              <a:stretch>
                <a:fillRect/>
              </a:stretch>
            </p:blipFill>
            <p:spPr>
              <a:xfrm>
                <a:off x="1141413" y="2249488"/>
                <a:ext cx="9906000" cy="3541712"/>
              </a:xfrm>
              <a:prstGeom prst="rect">
                <a:avLst/>
              </a:prstGeom>
            </p:spPr>
          </p:pic>
        </mc:Fallback>
      </mc:AlternateContent>
    </p:spTree>
    <p:extLst>
      <p:ext uri="{BB962C8B-B14F-4D97-AF65-F5344CB8AC3E}">
        <p14:creationId xmlns:p14="http://schemas.microsoft.com/office/powerpoint/2010/main" val="3521090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7897-8CE9-4358-CF69-E7CC9340DA13}"/>
              </a:ext>
            </a:extLst>
          </p:cNvPr>
          <p:cNvSpPr>
            <a:spLocks noGrp="1"/>
          </p:cNvSpPr>
          <p:nvPr>
            <p:ph type="title"/>
          </p:nvPr>
        </p:nvSpPr>
        <p:spPr/>
        <p:txBody>
          <a:bodyPr/>
          <a:lstStyle/>
          <a:p>
            <a:r>
              <a:rPr lang="en-US" b="1" dirty="0"/>
              <a:t>COUNT OF MOST PREFFERED PLATFORM</a:t>
            </a:r>
          </a:p>
        </p:txBody>
      </p:sp>
      <p:graphicFrame>
        <p:nvGraphicFramePr>
          <p:cNvPr id="4" name="Content Placeholder 3">
            <a:extLst>
              <a:ext uri="{FF2B5EF4-FFF2-40B4-BE49-F238E27FC236}">
                <a16:creationId xmlns:a16="http://schemas.microsoft.com/office/drawing/2014/main" id="{BD13BCAE-EC8F-4411-9716-5274481C791A}"/>
              </a:ext>
            </a:extLst>
          </p:cNvPr>
          <p:cNvGraphicFramePr>
            <a:graphicFrameLocks noGrp="1"/>
          </p:cNvGraphicFramePr>
          <p:nvPr>
            <p:ph idx="1"/>
            <p:extLst>
              <p:ext uri="{D42A27DB-BD31-4B8C-83A1-F6EECF244321}">
                <p14:modId xmlns:p14="http://schemas.microsoft.com/office/powerpoint/2010/main" val="1988606681"/>
              </p:ext>
            </p:extLst>
          </p:nvPr>
        </p:nvGraphicFramePr>
        <p:xfrm>
          <a:off x="1141413" y="2249488"/>
          <a:ext cx="9906000" cy="354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73535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06079-F59B-71E5-D8AC-2B26390CBF80}"/>
              </a:ext>
            </a:extLst>
          </p:cNvPr>
          <p:cNvSpPr>
            <a:spLocks noGrp="1"/>
          </p:cNvSpPr>
          <p:nvPr>
            <p:ph type="title"/>
          </p:nvPr>
        </p:nvSpPr>
        <p:spPr/>
        <p:txBody>
          <a:bodyPr/>
          <a:lstStyle/>
          <a:p>
            <a:r>
              <a:rPr lang="en-US" dirty="0"/>
              <a:t>PREFERED PLATFORM BY AGE GROUP </a:t>
            </a:r>
          </a:p>
        </p:txBody>
      </p:sp>
      <p:graphicFrame>
        <p:nvGraphicFramePr>
          <p:cNvPr id="7" name="Content Placeholder 6">
            <a:extLst>
              <a:ext uri="{FF2B5EF4-FFF2-40B4-BE49-F238E27FC236}">
                <a16:creationId xmlns:a16="http://schemas.microsoft.com/office/drawing/2014/main" id="{EA3A0E69-91B0-47C0-93C5-0E4B4EFABE28}"/>
              </a:ext>
            </a:extLst>
          </p:cNvPr>
          <p:cNvGraphicFramePr>
            <a:graphicFrameLocks noGrp="1"/>
          </p:cNvGraphicFramePr>
          <p:nvPr>
            <p:ph idx="1"/>
            <p:extLst>
              <p:ext uri="{D42A27DB-BD31-4B8C-83A1-F6EECF244321}">
                <p14:modId xmlns:p14="http://schemas.microsoft.com/office/powerpoint/2010/main" val="2267966349"/>
              </p:ext>
            </p:extLst>
          </p:nvPr>
        </p:nvGraphicFramePr>
        <p:xfrm>
          <a:off x="1141413" y="2249487"/>
          <a:ext cx="9906000" cy="37342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45505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7A08-7561-BD92-A8B1-FAC1DCE81BED}"/>
              </a:ext>
            </a:extLst>
          </p:cNvPr>
          <p:cNvSpPr>
            <a:spLocks noGrp="1"/>
          </p:cNvSpPr>
          <p:nvPr>
            <p:ph type="title"/>
          </p:nvPr>
        </p:nvSpPr>
        <p:spPr/>
        <p:txBody>
          <a:bodyPr/>
          <a:lstStyle/>
          <a:p>
            <a:r>
              <a:rPr lang="en-US" dirty="0"/>
              <a:t>Event Attendance Per-Year By The Age Group</a:t>
            </a:r>
          </a:p>
        </p:txBody>
      </p:sp>
      <p:graphicFrame>
        <p:nvGraphicFramePr>
          <p:cNvPr id="4" name="Content Placeholder 3">
            <a:extLst>
              <a:ext uri="{FF2B5EF4-FFF2-40B4-BE49-F238E27FC236}">
                <a16:creationId xmlns:a16="http://schemas.microsoft.com/office/drawing/2014/main" id="{992351F3-4070-4725-B5F0-A2F0D9B2D800}"/>
              </a:ext>
            </a:extLst>
          </p:cNvPr>
          <p:cNvGraphicFramePr>
            <a:graphicFrameLocks noGrp="1"/>
          </p:cNvGraphicFramePr>
          <p:nvPr>
            <p:ph idx="1"/>
            <p:extLst>
              <p:ext uri="{D42A27DB-BD31-4B8C-83A1-F6EECF244321}">
                <p14:modId xmlns:p14="http://schemas.microsoft.com/office/powerpoint/2010/main" val="3660302380"/>
              </p:ext>
            </p:extLst>
          </p:nvPr>
        </p:nvGraphicFramePr>
        <p:xfrm>
          <a:off x="1141413" y="2249488"/>
          <a:ext cx="9906000" cy="354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5149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488C-94BE-FCB8-5D07-CFE458C5ADAE}"/>
              </a:ext>
            </a:extLst>
          </p:cNvPr>
          <p:cNvSpPr>
            <a:spLocks noGrp="1"/>
          </p:cNvSpPr>
          <p:nvPr>
            <p:ph type="title"/>
          </p:nvPr>
        </p:nvSpPr>
        <p:spPr/>
        <p:txBody>
          <a:bodyPr/>
          <a:lstStyle/>
          <a:p>
            <a:r>
              <a:rPr lang="en-US" b="1" dirty="0"/>
              <a:t>Data Analysis &amp; Interpretation</a:t>
            </a:r>
            <a:br>
              <a:rPr lang="en-US" b="1" dirty="0"/>
            </a:br>
            <a:endParaRPr lang="en-US" dirty="0"/>
          </a:p>
        </p:txBody>
      </p:sp>
      <p:sp>
        <p:nvSpPr>
          <p:cNvPr id="3" name="Content Placeholder 2">
            <a:extLst>
              <a:ext uri="{FF2B5EF4-FFF2-40B4-BE49-F238E27FC236}">
                <a16:creationId xmlns:a16="http://schemas.microsoft.com/office/drawing/2014/main" id="{BB3025A8-73B3-1465-5112-13F73ADB8AEB}"/>
              </a:ext>
            </a:extLst>
          </p:cNvPr>
          <p:cNvSpPr>
            <a:spLocks noGrp="1"/>
          </p:cNvSpPr>
          <p:nvPr>
            <p:ph idx="1"/>
          </p:nvPr>
        </p:nvSpPr>
        <p:spPr/>
        <p:txBody>
          <a:bodyPr>
            <a:normAutofit/>
          </a:bodyPr>
          <a:lstStyle/>
          <a:p>
            <a:pPr lvl="0"/>
            <a:r>
              <a:rPr lang="en-US" dirty="0"/>
              <a:t>The 30-39 and 40–50 age groups spend the most on entertainment per month.</a:t>
            </a:r>
          </a:p>
          <a:p>
            <a:pPr lvl="0"/>
            <a:r>
              <a:rPr lang="en-US" dirty="0"/>
              <a:t>Horror and Fantasy are the most preferred genres across all age groups.</a:t>
            </a:r>
          </a:p>
          <a:p>
            <a:pPr lvl="0"/>
            <a:r>
              <a:rPr lang="en-US" dirty="0"/>
              <a:t>Users who spend more time streaming tend to have higher entertainment expenses.</a:t>
            </a:r>
          </a:p>
          <a:p>
            <a:endParaRPr lang="en-US" dirty="0"/>
          </a:p>
        </p:txBody>
      </p:sp>
    </p:spTree>
    <p:extLst>
      <p:ext uri="{BB962C8B-B14F-4D97-AF65-F5344CB8AC3E}">
        <p14:creationId xmlns:p14="http://schemas.microsoft.com/office/powerpoint/2010/main" val="222059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0A03-07C0-DD74-96CF-181B2A89DF11}"/>
              </a:ext>
            </a:extLst>
          </p:cNvPr>
          <p:cNvSpPr>
            <a:spLocks noGrp="1"/>
          </p:cNvSpPr>
          <p:nvPr>
            <p:ph type="title"/>
          </p:nvPr>
        </p:nvSpPr>
        <p:spPr/>
        <p:txBody>
          <a:bodyPr/>
          <a:lstStyle/>
          <a:p>
            <a:r>
              <a:rPr lang="en-US" b="1" dirty="0"/>
              <a:t>Conclusion</a:t>
            </a:r>
            <a:br>
              <a:rPr lang="en-US" b="1" dirty="0"/>
            </a:br>
            <a:endParaRPr lang="en-US" dirty="0"/>
          </a:p>
        </p:txBody>
      </p:sp>
      <p:sp>
        <p:nvSpPr>
          <p:cNvPr id="3" name="Content Placeholder 2">
            <a:extLst>
              <a:ext uri="{FF2B5EF4-FFF2-40B4-BE49-F238E27FC236}">
                <a16:creationId xmlns:a16="http://schemas.microsoft.com/office/drawing/2014/main" id="{D427EF74-380C-A9C0-8ECE-D8B6C22A3F80}"/>
              </a:ext>
            </a:extLst>
          </p:cNvPr>
          <p:cNvSpPr>
            <a:spLocks noGrp="1"/>
          </p:cNvSpPr>
          <p:nvPr>
            <p:ph idx="1"/>
          </p:nvPr>
        </p:nvSpPr>
        <p:spPr/>
        <p:txBody>
          <a:bodyPr/>
          <a:lstStyle/>
          <a:p>
            <a:r>
              <a:rPr lang="en-US" dirty="0"/>
              <a:t>The project successfully analyzes entertainment behavior across multiple demographics and identifies strong correlations between age, streaming habits, and spending. Excel proved to be an effective tool for quick and visual data analysis. The results can guide entertainment platforms in understanding user preferences and improving content delivery strategies.</a:t>
            </a:r>
          </a:p>
          <a:p>
            <a:endParaRPr lang="en-US" dirty="0"/>
          </a:p>
        </p:txBody>
      </p:sp>
    </p:spTree>
    <p:extLst>
      <p:ext uri="{BB962C8B-B14F-4D97-AF65-F5344CB8AC3E}">
        <p14:creationId xmlns:p14="http://schemas.microsoft.com/office/powerpoint/2010/main" val="141639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95076C-A51D-957C-B5B8-6326B1B9AC82}"/>
              </a:ext>
            </a:extLst>
          </p:cNvPr>
          <p:cNvSpPr>
            <a:spLocks noGrp="1"/>
          </p:cNvSpPr>
          <p:nvPr>
            <p:ph type="title"/>
          </p:nvPr>
        </p:nvSpPr>
        <p:spPr>
          <a:xfrm>
            <a:off x="3351213" y="2333018"/>
            <a:ext cx="9905998" cy="1478570"/>
          </a:xfrm>
        </p:spPr>
        <p:txBody>
          <a:bodyPr>
            <a:normAutofit/>
          </a:bodyPr>
          <a:lstStyle/>
          <a:p>
            <a:r>
              <a:rPr lang="en-US" sz="6600" b="1" dirty="0"/>
              <a:t>Thank you</a:t>
            </a:r>
          </a:p>
        </p:txBody>
      </p:sp>
    </p:spTree>
    <p:extLst>
      <p:ext uri="{BB962C8B-B14F-4D97-AF65-F5344CB8AC3E}">
        <p14:creationId xmlns:p14="http://schemas.microsoft.com/office/powerpoint/2010/main" val="3112534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CBC3-248E-2563-BBA4-A7F5259B56C1}"/>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E77AD263-A99D-BE99-F5D5-F24F447246A8}"/>
              </a:ext>
            </a:extLst>
          </p:cNvPr>
          <p:cNvGraphicFramePr>
            <a:graphicFrameLocks noGrp="1"/>
          </p:cNvGraphicFramePr>
          <p:nvPr>
            <p:extLst>
              <p:ext uri="{D42A27DB-BD31-4B8C-83A1-F6EECF244321}">
                <p14:modId xmlns:p14="http://schemas.microsoft.com/office/powerpoint/2010/main" val="432545242"/>
              </p:ext>
            </p:extLst>
          </p:nvPr>
        </p:nvGraphicFramePr>
        <p:xfrm>
          <a:off x="1778001" y="2952750"/>
          <a:ext cx="5727699" cy="1301750"/>
        </p:xfrm>
        <a:graphic>
          <a:graphicData uri="http://schemas.openxmlformats.org/drawingml/2006/table">
            <a:tbl>
              <a:tblPr>
                <a:tableStyleId>{5C22544A-7EE6-4342-B048-85BDC9FD1C3A}</a:tableStyleId>
              </a:tblPr>
              <a:tblGrid>
                <a:gridCol w="1709887">
                  <a:extLst>
                    <a:ext uri="{9D8B030D-6E8A-4147-A177-3AD203B41FA5}">
                      <a16:colId xmlns:a16="http://schemas.microsoft.com/office/drawing/2014/main" val="4225693280"/>
                    </a:ext>
                  </a:extLst>
                </a:gridCol>
                <a:gridCol w="960232">
                  <a:extLst>
                    <a:ext uri="{9D8B030D-6E8A-4147-A177-3AD203B41FA5}">
                      <a16:colId xmlns:a16="http://schemas.microsoft.com/office/drawing/2014/main" val="3295762413"/>
                    </a:ext>
                  </a:extLst>
                </a:gridCol>
                <a:gridCol w="320078">
                  <a:extLst>
                    <a:ext uri="{9D8B030D-6E8A-4147-A177-3AD203B41FA5}">
                      <a16:colId xmlns:a16="http://schemas.microsoft.com/office/drawing/2014/main" val="3555590544"/>
                    </a:ext>
                  </a:extLst>
                </a:gridCol>
                <a:gridCol w="665424">
                  <a:extLst>
                    <a:ext uri="{9D8B030D-6E8A-4147-A177-3AD203B41FA5}">
                      <a16:colId xmlns:a16="http://schemas.microsoft.com/office/drawing/2014/main" val="4004175866"/>
                    </a:ext>
                  </a:extLst>
                </a:gridCol>
                <a:gridCol w="438001">
                  <a:extLst>
                    <a:ext uri="{9D8B030D-6E8A-4147-A177-3AD203B41FA5}">
                      <a16:colId xmlns:a16="http://schemas.microsoft.com/office/drawing/2014/main" val="3391197741"/>
                    </a:ext>
                  </a:extLst>
                </a:gridCol>
                <a:gridCol w="547500">
                  <a:extLst>
                    <a:ext uri="{9D8B030D-6E8A-4147-A177-3AD203B41FA5}">
                      <a16:colId xmlns:a16="http://schemas.microsoft.com/office/drawing/2014/main" val="2651164719"/>
                    </a:ext>
                  </a:extLst>
                </a:gridCol>
                <a:gridCol w="353769">
                  <a:extLst>
                    <a:ext uri="{9D8B030D-6E8A-4147-A177-3AD203B41FA5}">
                      <a16:colId xmlns:a16="http://schemas.microsoft.com/office/drawing/2014/main" val="2459457904"/>
                    </a:ext>
                  </a:extLst>
                </a:gridCol>
                <a:gridCol w="732808">
                  <a:extLst>
                    <a:ext uri="{9D8B030D-6E8A-4147-A177-3AD203B41FA5}">
                      <a16:colId xmlns:a16="http://schemas.microsoft.com/office/drawing/2014/main" val="3149588823"/>
                    </a:ext>
                  </a:extLst>
                </a:gridCol>
              </a:tblGrid>
              <a:tr h="228926">
                <a:tc>
                  <a:txBody>
                    <a:bodyPr/>
                    <a:lstStyle/>
                    <a:p>
                      <a:pPr algn="l" fontAlgn="b">
                        <a:buNone/>
                      </a:pPr>
                      <a:r>
                        <a:rPr lang="en-US" sz="1100" u="none" strike="noStrike">
                          <a:effectLst/>
                        </a:rPr>
                        <a:t>Count of Preferred_Platform</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Column Labels</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44441263"/>
                  </a:ext>
                </a:extLst>
              </a:tr>
              <a:tr h="386046">
                <a:tc>
                  <a:txBody>
                    <a:bodyPr/>
                    <a:lstStyle/>
                    <a:p>
                      <a:pPr algn="l" fontAlgn="b">
                        <a:buNone/>
                      </a:pPr>
                      <a:r>
                        <a:rPr lang="en-US" sz="1100" u="none" strike="noStrike">
                          <a:effectLst/>
                        </a:rPr>
                        <a:t>Row Labels</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Amazon Prime</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Disney+</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Hotstar</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Netflix</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Sony Liv</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Zee5</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32974796"/>
                  </a:ext>
                </a:extLst>
              </a:tr>
              <a:tr h="228926">
                <a:tc>
                  <a:txBody>
                    <a:bodyPr/>
                    <a:lstStyle/>
                    <a:p>
                      <a:pPr algn="l" fontAlgn="b">
                        <a:buNone/>
                      </a:pPr>
                      <a:r>
                        <a:rPr lang="en-US" sz="1100" u="none" strike="noStrike">
                          <a:effectLst/>
                        </a:rPr>
                        <a:t>Female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18</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30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130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11191825"/>
                  </a:ext>
                </a:extLst>
              </a:tr>
              <a:tr h="228926">
                <a:tc>
                  <a:txBody>
                    <a:bodyPr/>
                    <a:lstStyle/>
                    <a:p>
                      <a:pPr algn="l" fontAlgn="b">
                        <a:buNone/>
                      </a:pPr>
                      <a:r>
                        <a:rPr lang="en-US" sz="1100" u="none" strike="noStrike">
                          <a:effectLst/>
                        </a:rPr>
                        <a:t>Male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17</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27</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120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39530388"/>
                  </a:ext>
                </a:extLst>
              </a:tr>
              <a:tr h="228926">
                <a:tc>
                  <a:txBody>
                    <a:bodyPr/>
                    <a:lstStyle/>
                    <a:p>
                      <a:pPr algn="l" fontAlgn="b">
                        <a:buNone/>
                      </a:pPr>
                      <a:r>
                        <a:rPr lang="en-US" sz="1100" u="none" strike="noStrike">
                          <a:effectLst/>
                        </a:rPr>
                        <a:t>Grand Total</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34</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46</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49</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29</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45</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47</a:t>
                      </a:r>
                      <a:endParaRPr lang="en-US" sz="11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250</a:t>
                      </a:r>
                      <a:endParaRPr lang="en-US" sz="11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93612628"/>
                  </a:ext>
                </a:extLst>
              </a:tr>
            </a:tbl>
          </a:graphicData>
        </a:graphic>
      </p:graphicFrame>
    </p:spTree>
    <p:extLst>
      <p:ext uri="{BB962C8B-B14F-4D97-AF65-F5344CB8AC3E}">
        <p14:creationId xmlns:p14="http://schemas.microsoft.com/office/powerpoint/2010/main" val="5541903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10766</TotalTime>
  <Words>580</Words>
  <Application>Microsoft Office PowerPoint</Application>
  <PresentationFormat>Widescreen</PresentationFormat>
  <Paragraphs>126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 Narrow</vt:lpstr>
      <vt:lpstr>Arial</vt:lpstr>
      <vt:lpstr>Tw Cen MT</vt:lpstr>
      <vt:lpstr>Circuit</vt:lpstr>
      <vt:lpstr>CAPSTONE PROJECT – 1   EXEL  ENTARTAINMENT PREFERENCES</vt:lpstr>
      <vt:lpstr>Introduction</vt:lpstr>
      <vt:lpstr>Objective Of The Project</vt:lpstr>
      <vt:lpstr>Tools and Technologies Used </vt:lpstr>
      <vt:lpstr>Methodology </vt:lpstr>
      <vt:lpstr>Business Requirements:                                   Age group And Their Entertainment Behavior </vt:lpstr>
      <vt:lpstr>Gender And Their Favorite Movie Genre                                                </vt:lpstr>
      <vt:lpstr>       Average Monthly Requirement Spent By                               Age Group </vt:lpstr>
      <vt:lpstr>Descriptive Statistics</vt:lpstr>
      <vt:lpstr>Monthly Entertainment By Gender</vt:lpstr>
      <vt:lpstr>Streaming Hours Per Week By Age Group</vt:lpstr>
      <vt:lpstr>Monthly entertainment by age group</vt:lpstr>
      <vt:lpstr>COUNT OF MOST PREFFERED PLATFORM</vt:lpstr>
      <vt:lpstr>PREFERED PLATFORM BY AGE GROUP </vt:lpstr>
      <vt:lpstr>Event Attendance Per-Year By The Age Group</vt:lpstr>
      <vt:lpstr>Data Analysis &amp; Interpretation </vt:lpstr>
      <vt:lpstr>Conclusion </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KIRUHTIK A</dc:creator>
  <cp:lastModifiedBy>KIRUHTIK A</cp:lastModifiedBy>
  <cp:revision>4</cp:revision>
  <dcterms:created xsi:type="dcterms:W3CDTF">2025-10-06T19:39:25Z</dcterms:created>
  <dcterms:modified xsi:type="dcterms:W3CDTF">2025-12-10T17:21:04Z</dcterms:modified>
</cp:coreProperties>
</file>